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5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4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1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4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4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0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9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9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6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8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AD8A0319-AE46-77C0-E20B-0BFF79B7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69" b="726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83913-82E9-0231-BFD7-5D2FB4EF169E}"/>
              </a:ext>
            </a:extLst>
          </p:cNvPr>
          <p:cNvSpPr/>
          <p:nvPr/>
        </p:nvSpPr>
        <p:spPr>
          <a:xfrm>
            <a:off x="5968093" y="-10"/>
            <a:ext cx="622388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2F46A7-62AF-5535-A89E-4BC72FD67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2985" y="1444010"/>
            <a:ext cx="6649433" cy="3969960"/>
          </a:xfrm>
        </p:spPr>
        <p:txBody>
          <a:bodyPr anchor="t">
            <a:normAutofit/>
          </a:bodyPr>
          <a:lstStyle/>
          <a:p>
            <a:pPr algn="ctr"/>
            <a:r>
              <a:rPr lang="nl-NL" sz="4400" dirty="0">
                <a:solidFill>
                  <a:schemeClr val="bg1"/>
                </a:solidFill>
              </a:rPr>
              <a:t>Stem </a:t>
            </a:r>
            <a:r>
              <a:rPr lang="nl-NL" sz="4400" dirty="0" err="1">
                <a:solidFill>
                  <a:schemeClr val="bg1"/>
                </a:solidFill>
              </a:rPr>
              <a:t>Pa</a:t>
            </a:r>
            <a:r>
              <a:rPr lang="nl-NL" altLang="zh-CN" sz="4400" dirty="0" err="1">
                <a:solidFill>
                  <a:schemeClr val="bg1"/>
                </a:solidFill>
              </a:rPr>
              <a:t>i</a:t>
            </a:r>
            <a:r>
              <a:rPr lang="nl-NL" sz="4400" dirty="0" err="1">
                <a:solidFill>
                  <a:schemeClr val="bg1"/>
                </a:solidFill>
              </a:rPr>
              <a:t>ring</a:t>
            </a:r>
            <a:br>
              <a:rPr lang="nl-NL" sz="4400" dirty="0">
                <a:solidFill>
                  <a:schemeClr val="bg1"/>
                </a:solidFill>
              </a:rPr>
            </a:br>
            <a:r>
              <a:rPr lang="nl-NL" sz="4400" dirty="0" err="1">
                <a:solidFill>
                  <a:schemeClr val="bg1"/>
                </a:solidFill>
              </a:rPr>
              <a:t>Conclusion</a:t>
            </a:r>
            <a:endParaRPr lang="nl-NL" sz="4400" dirty="0">
              <a:solidFill>
                <a:schemeClr val="bg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850C22-AD4C-689C-7C2C-25DA475AB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087" y="3332996"/>
            <a:ext cx="4381634" cy="1157436"/>
          </a:xfrm>
        </p:spPr>
        <p:txBody>
          <a:bodyPr anchor="b">
            <a:normAutofit/>
          </a:bodyPr>
          <a:lstStyle/>
          <a:p>
            <a:r>
              <a:rPr lang="nl-NL" sz="2800" dirty="0">
                <a:solidFill>
                  <a:schemeClr val="bg1"/>
                </a:solidFill>
              </a:rPr>
              <a:t>Week 12 Hua Jiang</a:t>
            </a:r>
          </a:p>
        </p:txBody>
      </p:sp>
      <p:pic>
        <p:nvPicPr>
          <p:cNvPr id="10" name="图片 9" descr="图片包含 监控, 桌子, 照片, 侧面&#10;&#10;AI 生成的内容可能不正确。">
            <a:extLst>
              <a:ext uri="{FF2B5EF4-FFF2-40B4-BE49-F238E27FC236}">
                <a16:creationId xmlns:a16="http://schemas.microsoft.com/office/drawing/2014/main" id="{A0277795-A87B-ECDA-24CC-693EFA89D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58" y="937591"/>
            <a:ext cx="5355866" cy="535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21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624B-7869-A8F7-73D4-CBBC4E734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78AF324-6C44-CDF3-A9CC-85C5A9B54B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9D2D422E-96CA-22C9-5566-2BE26EF12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82" y="4555272"/>
            <a:ext cx="3629374" cy="1399032"/>
          </a:xfrm>
        </p:spPr>
        <p:txBody>
          <a:bodyPr>
            <a:normAutofit fontScale="92500"/>
          </a:bodyPr>
          <a:lstStyle/>
          <a:p>
            <a:r>
              <a:rPr lang="en-US" dirty="0"/>
              <a:t>Successfully passed the test sets from 19 – 32, around 66 images</a:t>
            </a:r>
            <a:endParaRPr lang="nl-NL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470D960-081B-BF05-12D2-0F4C87D66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796" y="108866"/>
            <a:ext cx="7979232" cy="589039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7DC4914-7D25-4CCD-D103-18B385C323C4}"/>
              </a:ext>
            </a:extLst>
          </p:cNvPr>
          <p:cNvSpPr txBox="1"/>
          <p:nvPr/>
        </p:nvSpPr>
        <p:spPr>
          <a:xfrm>
            <a:off x="219135" y="1654994"/>
            <a:ext cx="3553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Tunning parameters and I changed the main pairing strategy!</a:t>
            </a:r>
            <a:endParaRPr lang="nl-NL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1E19923-9710-DDF1-B155-41712F887DC1}"/>
              </a:ext>
            </a:extLst>
          </p:cNvPr>
          <p:cNvSpPr txBox="1"/>
          <p:nvPr/>
        </p:nvSpPr>
        <p:spPr>
          <a:xfrm>
            <a:off x="276120" y="940019"/>
            <a:ext cx="3553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Last Week:</a:t>
            </a:r>
            <a:endParaRPr lang="nl-NL" altLang="zh-CN" sz="2400" dirty="0"/>
          </a:p>
        </p:txBody>
      </p:sp>
    </p:spTree>
    <p:extLst>
      <p:ext uri="{BB962C8B-B14F-4D97-AF65-F5344CB8AC3E}">
        <p14:creationId xmlns:p14="http://schemas.microsoft.com/office/powerpoint/2010/main" val="87252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7CF9-EF1D-332F-2962-93C02340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127249A2-B63C-963C-CC72-DFE247459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AB7A3F6-0542-D06D-EB6A-5591612BCA2B}"/>
              </a:ext>
            </a:extLst>
          </p:cNvPr>
          <p:cNvSpPr txBox="1"/>
          <p:nvPr/>
        </p:nvSpPr>
        <p:spPr>
          <a:xfrm>
            <a:off x="196607" y="105132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This week: completed the code and tested on the overall dataset</a:t>
            </a:r>
            <a:endParaRPr lang="nl-NL" altLang="zh-CN" sz="24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0CE229E-CA14-18F8-DA3C-782BBF929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07" y="826935"/>
            <a:ext cx="10073672" cy="358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CB5DE-F819-1537-5B83-7EE02B61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BD15126-3339-157F-42CE-160A995F05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E56BCC5-7004-7522-E1C2-99A725BF9EE3}"/>
              </a:ext>
            </a:extLst>
          </p:cNvPr>
          <p:cNvSpPr txBox="1"/>
          <p:nvPr/>
        </p:nvSpPr>
        <p:spPr>
          <a:xfrm>
            <a:off x="196607" y="105132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Case 1:</a:t>
            </a:r>
            <a:endParaRPr lang="nl-NL" altLang="zh-CN" sz="2400" dirty="0"/>
          </a:p>
        </p:txBody>
      </p:sp>
      <p:pic>
        <p:nvPicPr>
          <p:cNvPr id="3" name="图片 2" descr="正在游泳的人&#10;&#10;AI 生成的内容可能不正确。">
            <a:extLst>
              <a:ext uri="{FF2B5EF4-FFF2-40B4-BE49-F238E27FC236}">
                <a16:creationId xmlns:a16="http://schemas.microsoft.com/office/drawing/2014/main" id="{F0274353-DC3C-6F3F-26C8-FE9AE8581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35" y="566797"/>
            <a:ext cx="5483088" cy="5483088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901F4D-B2F8-0F51-196F-680C9DF2D36D}"/>
              </a:ext>
            </a:extLst>
          </p:cNvPr>
          <p:cNvCxnSpPr/>
          <p:nvPr/>
        </p:nvCxnSpPr>
        <p:spPr>
          <a:xfrm>
            <a:off x="2190644" y="2848421"/>
            <a:ext cx="373712" cy="2623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FFC86B5-C079-F9EC-80B7-3DB9A30C6227}"/>
              </a:ext>
            </a:extLst>
          </p:cNvPr>
          <p:cNvCxnSpPr>
            <a:cxnSpLocks/>
          </p:cNvCxnSpPr>
          <p:nvPr/>
        </p:nvCxnSpPr>
        <p:spPr>
          <a:xfrm>
            <a:off x="2560322" y="3118766"/>
            <a:ext cx="1990806" cy="81103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9D5CA68-3864-89A3-ECFB-9B093B2AA6C3}"/>
              </a:ext>
            </a:extLst>
          </p:cNvPr>
          <p:cNvCxnSpPr>
            <a:cxnSpLocks/>
          </p:cNvCxnSpPr>
          <p:nvPr/>
        </p:nvCxnSpPr>
        <p:spPr>
          <a:xfrm>
            <a:off x="1415332" y="2456952"/>
            <a:ext cx="2631882" cy="2045412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60C0EBB-DA0E-B09E-EB50-309EE1A28DEF}"/>
              </a:ext>
            </a:extLst>
          </p:cNvPr>
          <p:cNvCxnSpPr>
            <a:cxnSpLocks/>
          </p:cNvCxnSpPr>
          <p:nvPr/>
        </p:nvCxnSpPr>
        <p:spPr>
          <a:xfrm>
            <a:off x="1490542" y="2970123"/>
            <a:ext cx="696400" cy="19083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632D1F5-760A-41F2-E13D-CEFA60EC3CC4}"/>
              </a:ext>
            </a:extLst>
          </p:cNvPr>
          <p:cNvSpPr txBox="1"/>
          <p:nvPr/>
        </p:nvSpPr>
        <p:spPr>
          <a:xfrm>
            <a:off x="3204376" y="2987904"/>
            <a:ext cx="616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1</a:t>
            </a:r>
            <a:endParaRPr lang="nl-NL" dirty="0">
              <a:highlight>
                <a:srgbClr val="FF0000"/>
              </a:highlight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AEE914-44D2-8DE7-5122-3C29CD2BE085}"/>
              </a:ext>
            </a:extLst>
          </p:cNvPr>
          <p:cNvSpPr txBox="1"/>
          <p:nvPr/>
        </p:nvSpPr>
        <p:spPr>
          <a:xfrm>
            <a:off x="1570716" y="3097137"/>
            <a:ext cx="616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2</a:t>
            </a:r>
            <a:endParaRPr lang="nl-NL" dirty="0">
              <a:highlight>
                <a:srgbClr val="C0C0C0"/>
              </a:highlight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36642FC-5087-58FB-68C1-48148FDE894E}"/>
              </a:ext>
            </a:extLst>
          </p:cNvPr>
          <p:cNvSpPr txBox="1"/>
          <p:nvPr/>
        </p:nvSpPr>
        <p:spPr>
          <a:xfrm>
            <a:off x="2423160" y="3452791"/>
            <a:ext cx="616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3</a:t>
            </a:r>
            <a:endParaRPr lang="nl-NL" dirty="0">
              <a:highlight>
                <a:srgbClr val="FFFF00"/>
              </a:highlight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8A88317-362B-E989-1209-C37BB2DA9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707" y="490908"/>
            <a:ext cx="3036168" cy="2047648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0CB696B-604F-ABDF-2AF2-7373F1422678}"/>
              </a:ext>
            </a:extLst>
          </p:cNvPr>
          <p:cNvCxnSpPr>
            <a:cxnSpLocks/>
          </p:cNvCxnSpPr>
          <p:nvPr/>
        </p:nvCxnSpPr>
        <p:spPr>
          <a:xfrm>
            <a:off x="6698578" y="1171594"/>
            <a:ext cx="978057" cy="5276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841A246-2831-15AE-96E6-9C3121D8B187}"/>
              </a:ext>
            </a:extLst>
          </p:cNvPr>
          <p:cNvSpPr txBox="1"/>
          <p:nvPr/>
        </p:nvSpPr>
        <p:spPr>
          <a:xfrm>
            <a:off x="9001192" y="819377"/>
            <a:ext cx="3523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Rhombus Problem</a:t>
            </a:r>
            <a:endParaRPr lang="nl-NL" altLang="zh-CN" sz="2400" dirty="0"/>
          </a:p>
        </p:txBody>
      </p:sp>
      <p:pic>
        <p:nvPicPr>
          <p:cNvPr id="29" name="图片 28" descr="正在游泳的人&#10;&#10;AI 生成的内容可能不正确。">
            <a:extLst>
              <a:ext uri="{FF2B5EF4-FFF2-40B4-BE49-F238E27FC236}">
                <a16:creationId xmlns:a16="http://schemas.microsoft.com/office/drawing/2014/main" id="{A585AA2B-90DC-55A3-E673-350EBF7F7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841" y="2718850"/>
            <a:ext cx="4086639" cy="408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080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07F40-2C68-0015-0FE1-1425BC28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E9B6F644-221D-9FE6-72C4-1E07AF99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E403EEB-F783-8580-B14E-B303F42D5F5B}"/>
              </a:ext>
            </a:extLst>
          </p:cNvPr>
          <p:cNvSpPr txBox="1"/>
          <p:nvPr/>
        </p:nvSpPr>
        <p:spPr>
          <a:xfrm>
            <a:off x="196607" y="105132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Case 2:</a:t>
            </a:r>
            <a:endParaRPr lang="nl-NL" altLang="zh-CN" sz="2400" dirty="0"/>
          </a:p>
        </p:txBody>
      </p:sp>
      <p:pic>
        <p:nvPicPr>
          <p:cNvPr id="5" name="图片 4" descr="图片包含 电子, 室内, 监控, 桌子&#10;&#10;AI 生成的内容可能不正确。">
            <a:extLst>
              <a:ext uri="{FF2B5EF4-FFF2-40B4-BE49-F238E27FC236}">
                <a16:creationId xmlns:a16="http://schemas.microsoft.com/office/drawing/2014/main" id="{3E14A360-4CCE-142B-B8AB-C7728C4F0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774" y="26752"/>
            <a:ext cx="6656566" cy="6656566"/>
          </a:xfrm>
          <a:prstGeom prst="rect">
            <a:avLst/>
          </a:prstGeom>
        </p:spPr>
      </p:pic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7C6FFDE3-84B4-9F5B-D7E7-97C245F0429D}"/>
              </a:ext>
            </a:extLst>
          </p:cNvPr>
          <p:cNvSpPr/>
          <p:nvPr/>
        </p:nvSpPr>
        <p:spPr>
          <a:xfrm>
            <a:off x="6324600" y="5280660"/>
            <a:ext cx="2240280" cy="1150620"/>
          </a:xfrm>
          <a:prstGeom prst="wedgeRoundRectCallout">
            <a:avLst>
              <a:gd name="adj1" fmla="val -61591"/>
              <a:gd name="adj2" fmla="val -4519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two are merged together in the last stage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53785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C3605-88A9-3367-2F25-5EB2799F8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01FF5FB-0942-D9CF-C2E5-BA97895198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3C7294B-9906-41F4-188C-BC030252783B}"/>
              </a:ext>
            </a:extLst>
          </p:cNvPr>
          <p:cNvSpPr txBox="1"/>
          <p:nvPr/>
        </p:nvSpPr>
        <p:spPr>
          <a:xfrm>
            <a:off x="196607" y="105132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Case 3:</a:t>
            </a:r>
            <a:endParaRPr lang="nl-NL" altLang="zh-CN" sz="2400" dirty="0"/>
          </a:p>
        </p:txBody>
      </p:sp>
      <p:pic>
        <p:nvPicPr>
          <p:cNvPr id="3" name="图片 2" descr="紫色的花朵&#10;&#10;AI 生成的内容可能不正确。">
            <a:extLst>
              <a:ext uri="{FF2B5EF4-FFF2-40B4-BE49-F238E27FC236}">
                <a16:creationId xmlns:a16="http://schemas.microsoft.com/office/drawing/2014/main" id="{024A0EC9-4B68-C19C-E544-DC8299022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" y="394454"/>
            <a:ext cx="6454140" cy="6454140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A7BC100-E7F6-2A39-5AA8-AC6FB3002E92}"/>
              </a:ext>
            </a:extLst>
          </p:cNvPr>
          <p:cNvCxnSpPr/>
          <p:nvPr/>
        </p:nvCxnSpPr>
        <p:spPr>
          <a:xfrm flipH="1">
            <a:off x="3482340" y="2392680"/>
            <a:ext cx="312420" cy="624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CB513957-5AFC-FBB7-7F16-054A4FCEC724}"/>
              </a:ext>
            </a:extLst>
          </p:cNvPr>
          <p:cNvSpPr/>
          <p:nvPr/>
        </p:nvSpPr>
        <p:spPr>
          <a:xfrm>
            <a:off x="333767" y="5195585"/>
            <a:ext cx="2240280" cy="1150620"/>
          </a:xfrm>
          <a:prstGeom prst="wedgeRoundRectCallout">
            <a:avLst>
              <a:gd name="adj1" fmla="val 72082"/>
              <a:gd name="adj2" fmla="val -1141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two are merged together in the last stage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30694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364EF-F1EF-1699-8C7C-EDD1F8C9B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5FA5F6CF-0144-C5D4-30FD-DF17F6E21C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33E6D7E-BB54-BCC1-8594-CF86686E6759}"/>
              </a:ext>
            </a:extLst>
          </p:cNvPr>
          <p:cNvSpPr txBox="1"/>
          <p:nvPr/>
        </p:nvSpPr>
        <p:spPr>
          <a:xfrm>
            <a:off x="196607" y="105132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Case 3:</a:t>
            </a:r>
            <a:endParaRPr lang="nl-NL" altLang="zh-CN" sz="2400" dirty="0"/>
          </a:p>
        </p:txBody>
      </p:sp>
      <p:pic>
        <p:nvPicPr>
          <p:cNvPr id="5" name="图片 4" descr="紫色的花朵&#10;&#10;AI 生成的内容可能不正确。">
            <a:extLst>
              <a:ext uri="{FF2B5EF4-FFF2-40B4-BE49-F238E27FC236}">
                <a16:creationId xmlns:a16="http://schemas.microsoft.com/office/drawing/2014/main" id="{EE3D1890-0F09-EC7D-AB7C-ABA9A9F73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907" y="0"/>
            <a:ext cx="6858000" cy="6858000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B7CD677-FE22-B5A9-91E2-46E6EBF0B98E}"/>
              </a:ext>
            </a:extLst>
          </p:cNvPr>
          <p:cNvCxnSpPr>
            <a:cxnSpLocks/>
          </p:cNvCxnSpPr>
          <p:nvPr/>
        </p:nvCxnSpPr>
        <p:spPr>
          <a:xfrm flipH="1">
            <a:off x="3546282" y="1947407"/>
            <a:ext cx="232576" cy="7321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BA0AB88D-0DE6-D90E-C015-A2856030C64E}"/>
              </a:ext>
            </a:extLst>
          </p:cNvPr>
          <p:cNvSpPr/>
          <p:nvPr/>
        </p:nvSpPr>
        <p:spPr>
          <a:xfrm>
            <a:off x="333767" y="5195585"/>
            <a:ext cx="2240280" cy="1150620"/>
          </a:xfrm>
          <a:prstGeom prst="wedgeRoundRectCallout">
            <a:avLst>
              <a:gd name="adj1" fmla="val 72082"/>
              <a:gd name="adj2" fmla="val -1141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two are merged together in the last stage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22862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8FC02-12FF-80EC-C37D-7DBF144B9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6F8E61D1-B8D9-92ED-AA31-74599B152F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CEDE64F-4F0B-92F3-A6CE-949EBBA7B30C}"/>
              </a:ext>
            </a:extLst>
          </p:cNvPr>
          <p:cNvSpPr txBox="1"/>
          <p:nvPr/>
        </p:nvSpPr>
        <p:spPr>
          <a:xfrm>
            <a:off x="292023" y="105132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Case 4:</a:t>
            </a:r>
            <a:endParaRPr lang="nl-NL" altLang="zh-CN" sz="2400" dirty="0"/>
          </a:p>
        </p:txBody>
      </p:sp>
      <p:pic>
        <p:nvPicPr>
          <p:cNvPr id="19" name="图片 18" descr="蓝色的花&#10;&#10;AI 生成的内容可能不正确。">
            <a:extLst>
              <a:ext uri="{FF2B5EF4-FFF2-40B4-BE49-F238E27FC236}">
                <a16:creationId xmlns:a16="http://schemas.microsoft.com/office/drawing/2014/main" id="{712786C2-FA79-F8AE-5D46-6F49C5F91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852" y="0"/>
            <a:ext cx="6858000" cy="6858000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5995D08-2CE1-605D-02B1-90E8FD1A1EF0}"/>
              </a:ext>
            </a:extLst>
          </p:cNvPr>
          <p:cNvCxnSpPr>
            <a:cxnSpLocks/>
          </p:cNvCxnSpPr>
          <p:nvPr/>
        </p:nvCxnSpPr>
        <p:spPr>
          <a:xfrm flipV="1">
            <a:off x="3577876" y="4159760"/>
            <a:ext cx="469338" cy="911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EE668F15-C2E9-FFB4-BABF-24FBF41DB486}"/>
              </a:ext>
            </a:extLst>
          </p:cNvPr>
          <p:cNvSpPr/>
          <p:nvPr/>
        </p:nvSpPr>
        <p:spPr>
          <a:xfrm>
            <a:off x="858553" y="4215416"/>
            <a:ext cx="2240280" cy="1150620"/>
          </a:xfrm>
          <a:prstGeom prst="wedgeRoundRectCallout">
            <a:avLst>
              <a:gd name="adj1" fmla="val 72082"/>
              <a:gd name="adj2" fmla="val -1141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two are merged together in the last stage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50915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CCEF-5C48-CFFA-6D72-559DDBEEA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60CB8A3B-68F4-E5B1-2280-6096EFCC9E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6CF4509-EA12-D6A0-B062-D0FC6D7524E0}"/>
              </a:ext>
            </a:extLst>
          </p:cNvPr>
          <p:cNvSpPr txBox="1"/>
          <p:nvPr/>
        </p:nvSpPr>
        <p:spPr>
          <a:xfrm>
            <a:off x="292023" y="105132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Case 5:</a:t>
            </a:r>
            <a:endParaRPr lang="nl-NL" altLang="zh-CN" sz="2400" dirty="0"/>
          </a:p>
        </p:txBody>
      </p:sp>
      <p:pic>
        <p:nvPicPr>
          <p:cNvPr id="3" name="图片 2" descr="图片包含 监控, 桌子, 照片, 侧面&#10;&#10;AI 生成的内容可能不正确。">
            <a:extLst>
              <a:ext uri="{FF2B5EF4-FFF2-40B4-BE49-F238E27FC236}">
                <a16:creationId xmlns:a16="http://schemas.microsoft.com/office/drawing/2014/main" id="{98555603-ABC2-615C-897B-DD80BB546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6F7EB01F-AF00-0D31-2F2A-8981666C296B}"/>
              </a:ext>
            </a:extLst>
          </p:cNvPr>
          <p:cNvSpPr/>
          <p:nvPr/>
        </p:nvSpPr>
        <p:spPr>
          <a:xfrm>
            <a:off x="2667000" y="5108848"/>
            <a:ext cx="2240280" cy="1150620"/>
          </a:xfrm>
          <a:prstGeom prst="wedgeRoundRectCallout">
            <a:avLst>
              <a:gd name="adj1" fmla="val 72082"/>
              <a:gd name="adj2" fmla="val -1141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two are merged together in the last stage</a:t>
            </a:r>
            <a:endParaRPr lang="nl-NL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D1AB6542-4813-9A73-F3B0-94BAEBAF27F5}"/>
              </a:ext>
            </a:extLst>
          </p:cNvPr>
          <p:cNvSpPr/>
          <p:nvPr/>
        </p:nvSpPr>
        <p:spPr>
          <a:xfrm>
            <a:off x="1741336" y="1486893"/>
            <a:ext cx="2793558" cy="1486698"/>
          </a:xfrm>
          <a:prstGeom prst="wedgeRoundRectCallout">
            <a:avLst>
              <a:gd name="adj1" fmla="val 72082"/>
              <a:gd name="adj2" fmla="val -1141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When two flowers overlap at the same position and very similar orientation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61761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7C1BE-A9FB-A73E-F96F-30FA15779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28A3D85F-FE3A-23D2-3D3C-9E60CD03D3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D2424AD-87CE-B8CB-5A63-7FD120D2C6E8}"/>
              </a:ext>
            </a:extLst>
          </p:cNvPr>
          <p:cNvSpPr txBox="1"/>
          <p:nvPr/>
        </p:nvSpPr>
        <p:spPr>
          <a:xfrm>
            <a:off x="283859" y="76976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Case 6:</a:t>
            </a:r>
            <a:endParaRPr lang="nl-NL" altLang="zh-CN" sz="2400" dirty="0"/>
          </a:p>
        </p:txBody>
      </p:sp>
      <p:pic>
        <p:nvPicPr>
          <p:cNvPr id="9" name="图片 8" descr="蓝色的花&#10;&#10;AI 生成的内容可能不正确。">
            <a:extLst>
              <a:ext uri="{FF2B5EF4-FFF2-40B4-BE49-F238E27FC236}">
                <a16:creationId xmlns:a16="http://schemas.microsoft.com/office/drawing/2014/main" id="{F88E5D0E-75F1-8E06-7C99-2547ECA46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4D607D1D-3B8D-311B-B4C8-35001F89FEC1}"/>
              </a:ext>
            </a:extLst>
          </p:cNvPr>
          <p:cNvSpPr/>
          <p:nvPr/>
        </p:nvSpPr>
        <p:spPr>
          <a:xfrm>
            <a:off x="7569641" y="4403082"/>
            <a:ext cx="2240280" cy="1150620"/>
          </a:xfrm>
          <a:prstGeom prst="wedgeRoundRectCallout">
            <a:avLst>
              <a:gd name="adj1" fmla="val -71662"/>
              <a:gd name="adj2" fmla="val -5357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Weird but reasonable</a:t>
            </a:r>
            <a:endParaRPr lang="nl-NL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6AE032B-0E22-EFAF-00F3-E8FEFE60631E}"/>
              </a:ext>
            </a:extLst>
          </p:cNvPr>
          <p:cNvCxnSpPr/>
          <p:nvPr/>
        </p:nvCxnSpPr>
        <p:spPr>
          <a:xfrm flipH="1" flipV="1">
            <a:off x="6877879" y="2886325"/>
            <a:ext cx="87465" cy="124040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755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EB75A-AFB4-D150-4518-31067B30F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3AAC5E2E-6579-AF15-9EE2-CA82CDF744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CEB907C-24D8-6C3D-DC0C-95AEBB8DB707}"/>
              </a:ext>
            </a:extLst>
          </p:cNvPr>
          <p:cNvSpPr txBox="1"/>
          <p:nvPr/>
        </p:nvSpPr>
        <p:spPr>
          <a:xfrm>
            <a:off x="283859" y="76976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Case 7:</a:t>
            </a:r>
            <a:endParaRPr lang="nl-NL" altLang="zh-CN" sz="2400" dirty="0"/>
          </a:p>
        </p:txBody>
      </p:sp>
      <p:pic>
        <p:nvPicPr>
          <p:cNvPr id="3" name="图片 2" descr="水下的鱼&#10;&#10;AI 生成的内容可能不正确。">
            <a:extLst>
              <a:ext uri="{FF2B5EF4-FFF2-40B4-BE49-F238E27FC236}">
                <a16:creationId xmlns:a16="http://schemas.microsoft.com/office/drawing/2014/main" id="{0A323732-54FE-A724-EB2A-7A1471B48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95" y="0"/>
            <a:ext cx="6858000" cy="6858000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E8FF892-13EE-F032-353E-6C26E24A43CB}"/>
              </a:ext>
            </a:extLst>
          </p:cNvPr>
          <p:cNvCxnSpPr>
            <a:cxnSpLocks/>
          </p:cNvCxnSpPr>
          <p:nvPr/>
        </p:nvCxnSpPr>
        <p:spPr>
          <a:xfrm>
            <a:off x="5001160" y="5514657"/>
            <a:ext cx="0" cy="6085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3F2A407-E0B0-AD5D-CE56-58B423F81725}"/>
              </a:ext>
            </a:extLst>
          </p:cNvPr>
          <p:cNvCxnSpPr>
            <a:cxnSpLocks/>
          </p:cNvCxnSpPr>
          <p:nvPr/>
        </p:nvCxnSpPr>
        <p:spPr>
          <a:xfrm>
            <a:off x="4590225" y="3274921"/>
            <a:ext cx="128733" cy="9541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194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4CE9-706F-EE71-4809-B28DCDB6D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B32B2751-5522-4B25-1170-71EBF5ABA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A6204E-6608-795F-0E39-A9254E9A63E2}"/>
              </a:ext>
            </a:extLst>
          </p:cNvPr>
          <p:cNvSpPr txBox="1"/>
          <p:nvPr/>
        </p:nvSpPr>
        <p:spPr>
          <a:xfrm>
            <a:off x="283859" y="76976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Case 8:</a:t>
            </a:r>
            <a:endParaRPr lang="nl-NL" altLang="zh-CN" sz="2400" dirty="0"/>
          </a:p>
        </p:txBody>
      </p:sp>
      <p:pic>
        <p:nvPicPr>
          <p:cNvPr id="16" name="图片 15" descr="图片包含 桌子, 蓝色, 水, 食物&#10;&#10;AI 生成的内容可能不正确。">
            <a:extLst>
              <a:ext uri="{FF2B5EF4-FFF2-40B4-BE49-F238E27FC236}">
                <a16:creationId xmlns:a16="http://schemas.microsoft.com/office/drawing/2014/main" id="{E4D1ED11-0326-4DEE-7BBC-9F965DD0D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591" y="0"/>
            <a:ext cx="6858000" cy="6858000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593296F-C913-9A17-1048-38B27113BB24}"/>
              </a:ext>
            </a:extLst>
          </p:cNvPr>
          <p:cNvCxnSpPr>
            <a:cxnSpLocks/>
          </p:cNvCxnSpPr>
          <p:nvPr/>
        </p:nvCxnSpPr>
        <p:spPr>
          <a:xfrm flipH="1" flipV="1">
            <a:off x="5184251" y="3429000"/>
            <a:ext cx="293988" cy="5768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7E12AC8-29B9-7414-39CC-2365131A596B}"/>
              </a:ext>
            </a:extLst>
          </p:cNvPr>
          <p:cNvCxnSpPr>
            <a:cxnSpLocks/>
          </p:cNvCxnSpPr>
          <p:nvPr/>
        </p:nvCxnSpPr>
        <p:spPr>
          <a:xfrm>
            <a:off x="4653209" y="2255158"/>
            <a:ext cx="157330" cy="3051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7C9BF733-9EAC-5DF5-69D8-3E37F70800AD}"/>
              </a:ext>
            </a:extLst>
          </p:cNvPr>
          <p:cNvSpPr/>
          <p:nvPr/>
        </p:nvSpPr>
        <p:spPr>
          <a:xfrm>
            <a:off x="5331245" y="1081316"/>
            <a:ext cx="2240280" cy="1150620"/>
          </a:xfrm>
          <a:prstGeom prst="wedgeRoundRectCallout">
            <a:avLst>
              <a:gd name="adj1" fmla="val -83729"/>
              <a:gd name="adj2" fmla="val 1346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Weird but reasonable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38956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89256-DAFF-4D00-4475-BACC05D8B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D037D59B-DA0E-48B2-E853-0A87094A1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CAC6210-FCBE-1000-19D8-069AAF55B282}"/>
              </a:ext>
            </a:extLst>
          </p:cNvPr>
          <p:cNvSpPr txBox="1"/>
          <p:nvPr/>
        </p:nvSpPr>
        <p:spPr>
          <a:xfrm>
            <a:off x="283859" y="76976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Case 8:</a:t>
            </a:r>
            <a:endParaRPr lang="nl-NL" altLang="zh-CN" sz="2400" dirty="0"/>
          </a:p>
        </p:txBody>
      </p:sp>
      <p:pic>
        <p:nvPicPr>
          <p:cNvPr id="16" name="图片 15" descr="图片包含 桌子, 蓝色, 水, 食物&#10;&#10;AI 生成的内容可能不正确。">
            <a:extLst>
              <a:ext uri="{FF2B5EF4-FFF2-40B4-BE49-F238E27FC236}">
                <a16:creationId xmlns:a16="http://schemas.microsoft.com/office/drawing/2014/main" id="{2FED87A2-E9C6-ED6E-C61C-DF815A302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591" y="0"/>
            <a:ext cx="6858000" cy="6858000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0E1A06A-8B19-1D47-570E-D0517C588C7C}"/>
              </a:ext>
            </a:extLst>
          </p:cNvPr>
          <p:cNvCxnSpPr>
            <a:cxnSpLocks/>
          </p:cNvCxnSpPr>
          <p:nvPr/>
        </p:nvCxnSpPr>
        <p:spPr>
          <a:xfrm flipH="1" flipV="1">
            <a:off x="5184251" y="3429000"/>
            <a:ext cx="293988" cy="5768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571730D-FB36-F7A1-6995-5EA67AC85065}"/>
              </a:ext>
            </a:extLst>
          </p:cNvPr>
          <p:cNvCxnSpPr>
            <a:cxnSpLocks/>
          </p:cNvCxnSpPr>
          <p:nvPr/>
        </p:nvCxnSpPr>
        <p:spPr>
          <a:xfrm>
            <a:off x="4653209" y="2255158"/>
            <a:ext cx="157330" cy="3051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9D946B64-4A58-42A4-3431-FC98EDCA3D22}"/>
              </a:ext>
            </a:extLst>
          </p:cNvPr>
          <p:cNvSpPr/>
          <p:nvPr/>
        </p:nvSpPr>
        <p:spPr>
          <a:xfrm>
            <a:off x="5331245" y="1081316"/>
            <a:ext cx="2240280" cy="1150620"/>
          </a:xfrm>
          <a:prstGeom prst="wedgeRoundRectCallout">
            <a:avLst>
              <a:gd name="adj1" fmla="val -83729"/>
              <a:gd name="adj2" fmla="val 1346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Weird but reasonable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4693666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0</TotalTime>
  <Words>147</Words>
  <Application>Microsoft Office PowerPoint</Application>
  <PresentationFormat>宽屏</PresentationFormat>
  <Paragraphs>29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Arial</vt:lpstr>
      <vt:lpstr>Bierstadt</vt:lpstr>
      <vt:lpstr>Neue Haas Grotesk Text Pro</vt:lpstr>
      <vt:lpstr>GestaltVTI</vt:lpstr>
      <vt:lpstr>Stem Pairing Conclusion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Jiang</dc:creator>
  <cp:lastModifiedBy>Hua Jiang</cp:lastModifiedBy>
  <cp:revision>50</cp:revision>
  <dcterms:created xsi:type="dcterms:W3CDTF">2025-09-24T08:15:25Z</dcterms:created>
  <dcterms:modified xsi:type="dcterms:W3CDTF">2025-11-19T12:19:20Z</dcterms:modified>
</cp:coreProperties>
</file>