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1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2E6203-57FE-6AB7-24CB-AC191CA5CC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nl-NL"/>
              <a:t>单击此处编辑母版标题样式</a:t>
            </a:r>
            <a:endParaRPr lang="nl-NL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60B4CE4-EB83-E898-5FC1-B7BF740E36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nl-NL"/>
              <a:t>单击此处编辑母版副标题样式</a:t>
            </a:r>
            <a:endParaRPr lang="nl-NL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F5FF5C-3646-87B0-9318-32927C09D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39BC2-0CAC-421B-8337-FB0A04831F05}" type="datetimeFigureOut">
              <a:rPr lang="nl-NL" smtClean="0"/>
              <a:t>17-12-2025</a:t>
            </a:fld>
            <a:endParaRPr lang="nl-NL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B1420D-F51D-4766-2C80-F17505917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32BEED-40D7-CAEC-18AB-1995D893B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C748A-8A08-4405-BE9A-8B4B3BB2EDF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39926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C05F28-8C3A-A04B-809A-12F3E5A49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nl-NL"/>
              <a:t>单击此处编辑母版标题样式</a:t>
            </a:r>
            <a:endParaRPr lang="nl-NL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BCF179-6B33-9662-F9A1-EDBC5D540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nl-NL"/>
              <a:t>单击此处编辑母版文本样式</a:t>
            </a:r>
          </a:p>
          <a:p>
            <a:pPr lvl="1"/>
            <a:r>
              <a:rPr lang="zh-CN" altLang="nl-NL"/>
              <a:t>二级</a:t>
            </a:r>
          </a:p>
          <a:p>
            <a:pPr lvl="2"/>
            <a:r>
              <a:rPr lang="zh-CN" altLang="nl-NL"/>
              <a:t>三级</a:t>
            </a:r>
          </a:p>
          <a:p>
            <a:pPr lvl="3"/>
            <a:r>
              <a:rPr lang="zh-CN" altLang="nl-NL"/>
              <a:t>四级</a:t>
            </a:r>
          </a:p>
          <a:p>
            <a:pPr lvl="4"/>
            <a:r>
              <a:rPr lang="zh-CN" altLang="nl-NL"/>
              <a:t>五级</a:t>
            </a:r>
            <a:endParaRPr lang="nl-NL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2A4033-4F67-445B-2DE6-323F12030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39BC2-0CAC-421B-8337-FB0A04831F05}" type="datetimeFigureOut">
              <a:rPr lang="nl-NL" smtClean="0"/>
              <a:t>17-12-2025</a:t>
            </a:fld>
            <a:endParaRPr lang="nl-NL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71A793-D831-04A0-4644-8417E36E2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56B98A-2522-A69C-6A4D-ED87406AC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C748A-8A08-4405-BE9A-8B4B3BB2EDF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85396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59C009-37F3-0B8D-1B4A-AEAB987C9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nl-NL"/>
              <a:t>单击此处编辑母版标题样式</a:t>
            </a:r>
            <a:endParaRPr lang="nl-NL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B766AF-39ED-F9E6-EE08-8790C8806A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nl-NL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ED50E1-05AB-8F07-FA2F-868190AAE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39BC2-0CAC-421B-8337-FB0A04831F05}" type="datetimeFigureOut">
              <a:rPr lang="nl-NL" smtClean="0"/>
              <a:t>17-12-2025</a:t>
            </a:fld>
            <a:endParaRPr lang="nl-NL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C90588-B378-621B-3B33-3B471E85D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C01EAC-2FBD-8E11-B2C4-6CA4B1281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C748A-8A08-4405-BE9A-8B4B3BB2EDF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79367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4E2BA7-956F-9D4C-F968-A4A786B2B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nl-NL"/>
              <a:t>单击此处编辑母版标题样式</a:t>
            </a:r>
            <a:endParaRPr lang="nl-NL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7F6342-3004-F647-48D2-200C23BDAC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nl-NL"/>
              <a:t>单击此处编辑母版文本样式</a:t>
            </a:r>
          </a:p>
          <a:p>
            <a:pPr lvl="1"/>
            <a:r>
              <a:rPr lang="zh-CN" altLang="nl-NL"/>
              <a:t>二级</a:t>
            </a:r>
          </a:p>
          <a:p>
            <a:pPr lvl="2"/>
            <a:r>
              <a:rPr lang="zh-CN" altLang="nl-NL"/>
              <a:t>三级</a:t>
            </a:r>
          </a:p>
          <a:p>
            <a:pPr lvl="3"/>
            <a:r>
              <a:rPr lang="zh-CN" altLang="nl-NL"/>
              <a:t>四级</a:t>
            </a:r>
          </a:p>
          <a:p>
            <a:pPr lvl="4"/>
            <a:r>
              <a:rPr lang="zh-CN" altLang="nl-NL"/>
              <a:t>五级</a:t>
            </a:r>
            <a:endParaRPr lang="nl-NL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A791D6F-7698-3B38-CA18-51455DC5AA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nl-NL"/>
              <a:t>单击此处编辑母版文本样式</a:t>
            </a:r>
          </a:p>
          <a:p>
            <a:pPr lvl="1"/>
            <a:r>
              <a:rPr lang="zh-CN" altLang="nl-NL"/>
              <a:t>二级</a:t>
            </a:r>
          </a:p>
          <a:p>
            <a:pPr lvl="2"/>
            <a:r>
              <a:rPr lang="zh-CN" altLang="nl-NL"/>
              <a:t>三级</a:t>
            </a:r>
          </a:p>
          <a:p>
            <a:pPr lvl="3"/>
            <a:r>
              <a:rPr lang="zh-CN" altLang="nl-NL"/>
              <a:t>四级</a:t>
            </a:r>
          </a:p>
          <a:p>
            <a:pPr lvl="4"/>
            <a:r>
              <a:rPr lang="zh-CN" altLang="nl-NL"/>
              <a:t>五级</a:t>
            </a:r>
            <a:endParaRPr lang="nl-NL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E7F8275-A0D5-7DE0-405B-7F6211E14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39BC2-0CAC-421B-8337-FB0A04831F05}" type="datetimeFigureOut">
              <a:rPr lang="nl-NL" smtClean="0"/>
              <a:t>17-12-2025</a:t>
            </a:fld>
            <a:endParaRPr lang="nl-NL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352F9F-E40C-5073-0A75-32C81BBDC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765FB3A-8449-7F74-7059-D94BDBB54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C748A-8A08-4405-BE9A-8B4B3BB2EDF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15158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44FEF-C3E2-AE39-C7D0-093552B3A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nl-NL"/>
              <a:t>单击此处编辑母版标题样式</a:t>
            </a:r>
            <a:endParaRPr lang="nl-NL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80D473A-BA49-3B69-7C5E-1F74EAD88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nl-NL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5477DE0-DCDD-FBAA-D8A6-B04E9961BA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nl-NL"/>
              <a:t>单击此处编辑母版文本样式</a:t>
            </a:r>
          </a:p>
          <a:p>
            <a:pPr lvl="1"/>
            <a:r>
              <a:rPr lang="zh-CN" altLang="nl-NL"/>
              <a:t>二级</a:t>
            </a:r>
          </a:p>
          <a:p>
            <a:pPr lvl="2"/>
            <a:r>
              <a:rPr lang="zh-CN" altLang="nl-NL"/>
              <a:t>三级</a:t>
            </a:r>
          </a:p>
          <a:p>
            <a:pPr lvl="3"/>
            <a:r>
              <a:rPr lang="zh-CN" altLang="nl-NL"/>
              <a:t>四级</a:t>
            </a:r>
          </a:p>
          <a:p>
            <a:pPr lvl="4"/>
            <a:r>
              <a:rPr lang="zh-CN" altLang="nl-NL"/>
              <a:t>五级</a:t>
            </a:r>
            <a:endParaRPr lang="nl-NL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98EF8BB-724B-65FE-E1EF-CD73425F3F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nl-NL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F32601B-64D3-064C-2CFC-8D0554C91F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nl-NL"/>
              <a:t>单击此处编辑母版文本样式</a:t>
            </a:r>
          </a:p>
          <a:p>
            <a:pPr lvl="1"/>
            <a:r>
              <a:rPr lang="zh-CN" altLang="nl-NL"/>
              <a:t>二级</a:t>
            </a:r>
          </a:p>
          <a:p>
            <a:pPr lvl="2"/>
            <a:r>
              <a:rPr lang="zh-CN" altLang="nl-NL"/>
              <a:t>三级</a:t>
            </a:r>
          </a:p>
          <a:p>
            <a:pPr lvl="3"/>
            <a:r>
              <a:rPr lang="zh-CN" altLang="nl-NL"/>
              <a:t>四级</a:t>
            </a:r>
          </a:p>
          <a:p>
            <a:pPr lvl="4"/>
            <a:r>
              <a:rPr lang="zh-CN" altLang="nl-NL"/>
              <a:t>五级</a:t>
            </a:r>
            <a:endParaRPr lang="nl-NL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4FBD362-8FF3-8F98-DFC8-76F48DBDD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39BC2-0CAC-421B-8337-FB0A04831F05}" type="datetimeFigureOut">
              <a:rPr lang="nl-NL" smtClean="0"/>
              <a:t>17-12-2025</a:t>
            </a:fld>
            <a:endParaRPr lang="nl-NL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BB52FC6-E602-8609-17D7-31C529FED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2108141-CEAD-EB94-C7EC-CC765C81E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C748A-8A08-4405-BE9A-8B4B3BB2EDF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5577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6670A9-AF05-FF5B-F59B-A14BFCA30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nl-NL"/>
              <a:t>单击此处编辑母版标题样式</a:t>
            </a:r>
            <a:endParaRPr lang="nl-NL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29384F5-6DEC-4BE5-8A32-7115E2535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39BC2-0CAC-421B-8337-FB0A04831F05}" type="datetimeFigureOut">
              <a:rPr lang="nl-NL" smtClean="0"/>
              <a:t>17-12-2025</a:t>
            </a:fld>
            <a:endParaRPr lang="nl-NL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2AB5F1D-CB83-BE8C-A18D-DCF366144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57F8F27-E234-539D-9362-F60D28A43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C748A-8A08-4405-BE9A-8B4B3BB2EDF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02441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6219E05-346A-8476-D5C9-B83BDD4CD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39BC2-0CAC-421B-8337-FB0A04831F05}" type="datetimeFigureOut">
              <a:rPr lang="nl-NL" smtClean="0"/>
              <a:t>17-12-2025</a:t>
            </a:fld>
            <a:endParaRPr lang="nl-NL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FF6F666-9597-D590-CEB7-72B44B109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8004D1D-A5D6-BBEA-C924-58AD261AC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C748A-8A08-4405-BE9A-8B4B3BB2EDF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42952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7B3307-37B1-25BF-1317-6C4680E0C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nl-NL"/>
              <a:t>单击此处编辑母版标题样式</a:t>
            </a:r>
            <a:endParaRPr lang="nl-NL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F09933-613E-AEB2-B256-AE4A197EF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nl-NL"/>
              <a:t>单击此处编辑母版文本样式</a:t>
            </a:r>
          </a:p>
          <a:p>
            <a:pPr lvl="1"/>
            <a:r>
              <a:rPr lang="zh-CN" altLang="nl-NL"/>
              <a:t>二级</a:t>
            </a:r>
          </a:p>
          <a:p>
            <a:pPr lvl="2"/>
            <a:r>
              <a:rPr lang="zh-CN" altLang="nl-NL"/>
              <a:t>三级</a:t>
            </a:r>
          </a:p>
          <a:p>
            <a:pPr lvl="3"/>
            <a:r>
              <a:rPr lang="zh-CN" altLang="nl-NL"/>
              <a:t>四级</a:t>
            </a:r>
          </a:p>
          <a:p>
            <a:pPr lvl="4"/>
            <a:r>
              <a:rPr lang="zh-CN" altLang="nl-NL"/>
              <a:t>五级</a:t>
            </a:r>
            <a:endParaRPr lang="nl-NL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D14A1FF-C01D-4C56-DE5A-A8E17BFEE2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nl-NL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3CEC8D-8E05-8882-B886-418DB783D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39BC2-0CAC-421B-8337-FB0A04831F05}" type="datetimeFigureOut">
              <a:rPr lang="nl-NL" smtClean="0"/>
              <a:t>17-12-2025</a:t>
            </a:fld>
            <a:endParaRPr lang="nl-NL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2F3A2FB-23D9-2EA3-AE06-C7674B779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110F00D-B7C0-9C97-4B43-0DBC4ABF0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C748A-8A08-4405-BE9A-8B4B3BB2EDF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01047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F8E8D4-1A13-F9FB-FBE3-EDB400CEB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nl-NL"/>
              <a:t>单击此处编辑母版标题样式</a:t>
            </a:r>
            <a:endParaRPr lang="nl-NL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0356095-A247-C819-462D-58F3F8DD00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3AADE4A-475F-E516-85A3-EED1D89D9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nl-NL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F39A65-7B83-818A-1EBA-E13B25921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39BC2-0CAC-421B-8337-FB0A04831F05}" type="datetimeFigureOut">
              <a:rPr lang="nl-NL" smtClean="0"/>
              <a:t>17-12-2025</a:t>
            </a:fld>
            <a:endParaRPr lang="nl-NL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5816482-BCA9-1886-18D0-2DBBBBD0A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04FD422-6D9D-FD96-CAAF-B49E7A610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C748A-8A08-4405-BE9A-8B4B3BB2EDF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54531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559251-9BEB-FFB1-0EE9-D2F1F01A8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nl-NL"/>
              <a:t>单击此处编辑母版标题样式</a:t>
            </a:r>
            <a:endParaRPr lang="nl-NL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283D0F9-FC42-58BA-D09F-55B0EC6340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nl-NL"/>
              <a:t>单击此处编辑母版文本样式</a:t>
            </a:r>
          </a:p>
          <a:p>
            <a:pPr lvl="1"/>
            <a:r>
              <a:rPr lang="zh-CN" altLang="nl-NL"/>
              <a:t>二级</a:t>
            </a:r>
          </a:p>
          <a:p>
            <a:pPr lvl="2"/>
            <a:r>
              <a:rPr lang="zh-CN" altLang="nl-NL"/>
              <a:t>三级</a:t>
            </a:r>
          </a:p>
          <a:p>
            <a:pPr lvl="3"/>
            <a:r>
              <a:rPr lang="zh-CN" altLang="nl-NL"/>
              <a:t>四级</a:t>
            </a:r>
          </a:p>
          <a:p>
            <a:pPr lvl="4"/>
            <a:r>
              <a:rPr lang="zh-CN" altLang="nl-NL"/>
              <a:t>五级</a:t>
            </a:r>
            <a:endParaRPr lang="nl-NL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5DF71C-C0A0-16C4-186B-5EA5C5356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39BC2-0CAC-421B-8337-FB0A04831F05}" type="datetimeFigureOut">
              <a:rPr lang="nl-NL" smtClean="0"/>
              <a:t>17-12-2025</a:t>
            </a:fld>
            <a:endParaRPr lang="nl-NL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692212-1600-AE6B-29A0-D811CEE8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BE4BD6-C924-C6CB-B14A-C80035C0B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C748A-8A08-4405-BE9A-8B4B3BB2EDF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66445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DFE9A44-B259-D6D3-0851-EE6E281F1E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nl-NL"/>
              <a:t>单击此处编辑母版标题样式</a:t>
            </a:r>
            <a:endParaRPr lang="nl-NL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8F92818-419A-9239-233F-B0089FBAE0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nl-NL"/>
              <a:t>单击此处编辑母版文本样式</a:t>
            </a:r>
          </a:p>
          <a:p>
            <a:pPr lvl="1"/>
            <a:r>
              <a:rPr lang="zh-CN" altLang="nl-NL"/>
              <a:t>二级</a:t>
            </a:r>
          </a:p>
          <a:p>
            <a:pPr lvl="2"/>
            <a:r>
              <a:rPr lang="zh-CN" altLang="nl-NL"/>
              <a:t>三级</a:t>
            </a:r>
          </a:p>
          <a:p>
            <a:pPr lvl="3"/>
            <a:r>
              <a:rPr lang="zh-CN" altLang="nl-NL"/>
              <a:t>四级</a:t>
            </a:r>
          </a:p>
          <a:p>
            <a:pPr lvl="4"/>
            <a:r>
              <a:rPr lang="zh-CN" altLang="nl-NL"/>
              <a:t>五级</a:t>
            </a:r>
            <a:endParaRPr lang="nl-NL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8A50E2-C2B1-045D-C158-2861DFF77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39BC2-0CAC-421B-8337-FB0A04831F05}" type="datetimeFigureOut">
              <a:rPr lang="nl-NL" smtClean="0"/>
              <a:t>17-12-2025</a:t>
            </a:fld>
            <a:endParaRPr lang="nl-NL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033205-51F9-47E1-8D38-1B8EDF104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5FEED2-05AE-6113-39DD-06B39DD5B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C748A-8A08-4405-BE9A-8B4B3BB2EDF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72835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B452AC2-0A46-A256-4C12-B2367FF73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nl-NL"/>
              <a:t>单击此处编辑母版标题样式</a:t>
            </a:r>
            <a:endParaRPr lang="nl-NL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ABF7A4-E579-C935-C927-23E755AEFB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nl-NL"/>
              <a:t>单击此处编辑母版文本样式</a:t>
            </a:r>
          </a:p>
          <a:p>
            <a:pPr lvl="1"/>
            <a:r>
              <a:rPr lang="zh-CN" altLang="nl-NL"/>
              <a:t>二级</a:t>
            </a:r>
          </a:p>
          <a:p>
            <a:pPr lvl="2"/>
            <a:r>
              <a:rPr lang="zh-CN" altLang="nl-NL"/>
              <a:t>三级</a:t>
            </a:r>
          </a:p>
          <a:p>
            <a:pPr lvl="3"/>
            <a:r>
              <a:rPr lang="zh-CN" altLang="nl-NL"/>
              <a:t>四级</a:t>
            </a:r>
          </a:p>
          <a:p>
            <a:pPr lvl="4"/>
            <a:r>
              <a:rPr lang="zh-CN" altLang="nl-NL"/>
              <a:t>五级</a:t>
            </a:r>
            <a:endParaRPr lang="nl-NL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E3C731-B051-1D2E-ED3E-5408692350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B39BC2-0CAC-421B-8337-FB0A04831F05}" type="datetimeFigureOut">
              <a:rPr lang="nl-NL" smtClean="0"/>
              <a:t>17-12-2025</a:t>
            </a:fld>
            <a:endParaRPr lang="nl-NL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19400A-DCEE-D381-7382-322DBA05FD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CFA87B-99B7-38BD-5AFD-F1C950B3E9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4C748A-8A08-4405-BE9A-8B4B3BB2EDF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90189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F05DD30E-7A47-68DD-9EF8-38753BAE5B51}"/>
              </a:ext>
            </a:extLst>
          </p:cNvPr>
          <p:cNvSpPr/>
          <p:nvPr/>
        </p:nvSpPr>
        <p:spPr>
          <a:xfrm>
            <a:off x="2275885" y="4529748"/>
            <a:ext cx="4045970" cy="2208983"/>
          </a:xfrm>
          <a:prstGeom prst="roundRect">
            <a:avLst/>
          </a:prstGeom>
          <a:solidFill>
            <a:srgbClr val="EBE161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+mj-lt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3C9D4C49-3860-1DCF-9FA5-D60708029CB2}"/>
              </a:ext>
            </a:extLst>
          </p:cNvPr>
          <p:cNvSpPr/>
          <p:nvPr/>
        </p:nvSpPr>
        <p:spPr>
          <a:xfrm>
            <a:off x="2528455" y="61866"/>
            <a:ext cx="6035474" cy="433397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116FA84B-AE71-80F5-0A0E-68B60FBED229}"/>
              </a:ext>
            </a:extLst>
          </p:cNvPr>
          <p:cNvSpPr/>
          <p:nvPr/>
        </p:nvSpPr>
        <p:spPr>
          <a:xfrm>
            <a:off x="8734364" y="110808"/>
            <a:ext cx="2724192" cy="433397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+mj-lt"/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970DD818-5547-7AE8-4412-0BCA70249670}"/>
              </a:ext>
            </a:extLst>
          </p:cNvPr>
          <p:cNvSpPr/>
          <p:nvPr/>
        </p:nvSpPr>
        <p:spPr>
          <a:xfrm>
            <a:off x="6058871" y="1989661"/>
            <a:ext cx="2047713" cy="29753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b="1" dirty="0" err="1">
                <a:solidFill>
                  <a:schemeClr val="tx1"/>
                </a:solidFill>
                <a:latin typeface="+mj-lt"/>
              </a:rPr>
              <a:t>Mask</a:t>
            </a:r>
            <a:r>
              <a:rPr lang="nl-NL" sz="1400" b="1" dirty="0">
                <a:solidFill>
                  <a:schemeClr val="tx1"/>
                </a:solidFill>
                <a:latin typeface="+mj-lt"/>
              </a:rPr>
              <a:t> Head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EE3F390E-2EC5-0A4E-F926-9ACB0603EDBC}"/>
              </a:ext>
            </a:extLst>
          </p:cNvPr>
          <p:cNvSpPr/>
          <p:nvPr/>
        </p:nvSpPr>
        <p:spPr>
          <a:xfrm>
            <a:off x="3590453" y="1986172"/>
            <a:ext cx="2047713" cy="29753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b="1" dirty="0">
                <a:solidFill>
                  <a:schemeClr val="tx1"/>
                </a:solidFill>
                <a:latin typeface="+mj-lt"/>
              </a:rPr>
              <a:t>RCNN Head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592169ED-BD9F-29ED-38F5-7BC892CC730F}"/>
              </a:ext>
            </a:extLst>
          </p:cNvPr>
          <p:cNvSpPr/>
          <p:nvPr/>
        </p:nvSpPr>
        <p:spPr>
          <a:xfrm>
            <a:off x="4825398" y="1545290"/>
            <a:ext cx="3140101" cy="31610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b="1" dirty="0">
                <a:solidFill>
                  <a:schemeClr val="tx1"/>
                </a:solidFill>
                <a:latin typeface="+mj-lt"/>
              </a:rPr>
              <a:t>ROI </a:t>
            </a:r>
            <a:r>
              <a:rPr lang="nl-NL" sz="1400" b="1" dirty="0" err="1">
                <a:solidFill>
                  <a:schemeClr val="tx1"/>
                </a:solidFill>
                <a:latin typeface="+mj-lt"/>
              </a:rPr>
              <a:t>Align</a:t>
            </a:r>
            <a:endParaRPr lang="nl-NL" sz="14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C0A9D3B6-393B-EBCA-461E-71AF8D44B3A8}"/>
              </a:ext>
            </a:extLst>
          </p:cNvPr>
          <p:cNvSpPr/>
          <p:nvPr/>
        </p:nvSpPr>
        <p:spPr>
          <a:xfrm>
            <a:off x="184847" y="119269"/>
            <a:ext cx="2240302" cy="406874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6" name="图片 5" descr="蓝色花瓶里插满了鲜花&#10;&#10;AI 生成的内容可能不正确。">
            <a:extLst>
              <a:ext uri="{FF2B5EF4-FFF2-40B4-BE49-F238E27FC236}">
                <a16:creationId xmlns:a16="http://schemas.microsoft.com/office/drawing/2014/main" id="{F830E4F4-7022-3D91-0300-F8A1C9C014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853" y="176875"/>
            <a:ext cx="1711125" cy="1711125"/>
          </a:xfrm>
          <a:prstGeom prst="rect">
            <a:avLst/>
          </a:prstGeom>
        </p:spPr>
      </p:pic>
      <p:pic>
        <p:nvPicPr>
          <p:cNvPr id="8" name="图片 7" descr="图片包含 桌子, 电脑, 监控, 键盘&#10;&#10;AI 生成的内容可能不正确。">
            <a:extLst>
              <a:ext uri="{FF2B5EF4-FFF2-40B4-BE49-F238E27FC236}">
                <a16:creationId xmlns:a16="http://schemas.microsoft.com/office/drawing/2014/main" id="{1E414F7D-6794-5356-754A-B76B7F8194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092" y="2150585"/>
            <a:ext cx="1711125" cy="1711125"/>
          </a:xfrm>
          <a:prstGeom prst="rect">
            <a:avLst/>
          </a:prstGeom>
        </p:spPr>
      </p:pic>
      <p:sp>
        <p:nvSpPr>
          <p:cNvPr id="9" name="箭头: 下 8">
            <a:extLst>
              <a:ext uri="{FF2B5EF4-FFF2-40B4-BE49-F238E27FC236}">
                <a16:creationId xmlns:a16="http://schemas.microsoft.com/office/drawing/2014/main" id="{728AF539-50BC-740A-4E2D-AC45482300FA}"/>
              </a:ext>
            </a:extLst>
          </p:cNvPr>
          <p:cNvSpPr/>
          <p:nvPr/>
        </p:nvSpPr>
        <p:spPr>
          <a:xfrm>
            <a:off x="737236" y="1832852"/>
            <a:ext cx="215900" cy="450850"/>
          </a:xfrm>
          <a:prstGeom prst="downArrow">
            <a:avLst/>
          </a:prstGeom>
          <a:solidFill>
            <a:schemeClr val="tx2">
              <a:lumMod val="25000"/>
              <a:lumOff val="7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2E734BD-4BAA-369D-80FD-2A7418061E87}"/>
              </a:ext>
            </a:extLst>
          </p:cNvPr>
          <p:cNvSpPr txBox="1"/>
          <p:nvPr/>
        </p:nvSpPr>
        <p:spPr>
          <a:xfrm>
            <a:off x="872794" y="1873586"/>
            <a:ext cx="19985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nl-NL" altLang="zh-CN" sz="1200" dirty="0"/>
              <a:t> </a:t>
            </a:r>
            <a:r>
              <a:rPr lang="nl-NL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Augmentation</a:t>
            </a:r>
            <a:endParaRPr lang="nl-NL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6BE4BD4-E4C6-01FE-871D-66094639B2DC}"/>
              </a:ext>
            </a:extLst>
          </p:cNvPr>
          <p:cNvSpPr txBox="1"/>
          <p:nvPr/>
        </p:nvSpPr>
        <p:spPr>
          <a:xfrm>
            <a:off x="857375" y="3912896"/>
            <a:ext cx="1484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nl-NL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5AD01E6B-1846-F7F1-F70E-E7D4C21EE2ED}"/>
              </a:ext>
            </a:extLst>
          </p:cNvPr>
          <p:cNvSpPr/>
          <p:nvPr/>
        </p:nvSpPr>
        <p:spPr>
          <a:xfrm>
            <a:off x="2663690" y="119269"/>
            <a:ext cx="3140101" cy="133142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+mj-lt"/>
            </a:endParaRPr>
          </a:p>
        </p:txBody>
      </p:sp>
      <p:sp>
        <p:nvSpPr>
          <p:cNvPr id="13" name="箭头: 下 12">
            <a:extLst>
              <a:ext uri="{FF2B5EF4-FFF2-40B4-BE49-F238E27FC236}">
                <a16:creationId xmlns:a16="http://schemas.microsoft.com/office/drawing/2014/main" id="{397616C7-57A7-98B1-1FBA-AB6920A590C3}"/>
              </a:ext>
            </a:extLst>
          </p:cNvPr>
          <p:cNvSpPr/>
          <p:nvPr/>
        </p:nvSpPr>
        <p:spPr>
          <a:xfrm rot="16200000">
            <a:off x="2551898" y="408306"/>
            <a:ext cx="212493" cy="477078"/>
          </a:xfrm>
          <a:prstGeom prst="downArrow">
            <a:avLst/>
          </a:prstGeom>
          <a:solidFill>
            <a:schemeClr val="tx2">
              <a:lumMod val="10000"/>
              <a:lumOff val="9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C473D2A-9311-485A-3CDA-20A17E9B36F3}"/>
              </a:ext>
            </a:extLst>
          </p:cNvPr>
          <p:cNvSpPr/>
          <p:nvPr/>
        </p:nvSpPr>
        <p:spPr>
          <a:xfrm>
            <a:off x="2946416" y="461004"/>
            <a:ext cx="1222434" cy="43639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ResNet50</a:t>
            </a:r>
            <a:endParaRPr lang="nl-NL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箭头: 下 14">
            <a:extLst>
              <a:ext uri="{FF2B5EF4-FFF2-40B4-BE49-F238E27FC236}">
                <a16:creationId xmlns:a16="http://schemas.microsoft.com/office/drawing/2014/main" id="{125E8CF3-1D88-74AC-2422-FB91E72A66A6}"/>
              </a:ext>
            </a:extLst>
          </p:cNvPr>
          <p:cNvSpPr/>
          <p:nvPr/>
        </p:nvSpPr>
        <p:spPr>
          <a:xfrm rot="16200000">
            <a:off x="4307241" y="454326"/>
            <a:ext cx="164390" cy="449748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" name="流程图: 数据 16">
            <a:extLst>
              <a:ext uri="{FF2B5EF4-FFF2-40B4-BE49-F238E27FC236}">
                <a16:creationId xmlns:a16="http://schemas.microsoft.com/office/drawing/2014/main" id="{DBFFAB68-AEA4-D9DC-AEE4-85CED1E19ADC}"/>
              </a:ext>
            </a:extLst>
          </p:cNvPr>
          <p:cNvSpPr/>
          <p:nvPr/>
        </p:nvSpPr>
        <p:spPr>
          <a:xfrm rot="9997120">
            <a:off x="4706740" y="349018"/>
            <a:ext cx="655913" cy="564639"/>
          </a:xfrm>
          <a:prstGeom prst="flowChartInputOutpu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9" name="流程图: 数据 18">
            <a:extLst>
              <a:ext uri="{FF2B5EF4-FFF2-40B4-BE49-F238E27FC236}">
                <a16:creationId xmlns:a16="http://schemas.microsoft.com/office/drawing/2014/main" id="{33290E4C-8D84-4BFC-BD1A-1D57DE8C2780}"/>
              </a:ext>
            </a:extLst>
          </p:cNvPr>
          <p:cNvSpPr/>
          <p:nvPr/>
        </p:nvSpPr>
        <p:spPr>
          <a:xfrm rot="9984747">
            <a:off x="4876572" y="449444"/>
            <a:ext cx="619462" cy="500795"/>
          </a:xfrm>
          <a:prstGeom prst="flowChartInputOutpu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20" name="流程图: 数据 19">
            <a:extLst>
              <a:ext uri="{FF2B5EF4-FFF2-40B4-BE49-F238E27FC236}">
                <a16:creationId xmlns:a16="http://schemas.microsoft.com/office/drawing/2014/main" id="{84BCDB34-FBF0-E685-6883-704F32C3C6FE}"/>
              </a:ext>
            </a:extLst>
          </p:cNvPr>
          <p:cNvSpPr/>
          <p:nvPr/>
        </p:nvSpPr>
        <p:spPr>
          <a:xfrm rot="10027238">
            <a:off x="5063528" y="578560"/>
            <a:ext cx="482623" cy="412844"/>
          </a:xfrm>
          <a:prstGeom prst="flowChartInputOutpu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36D12AA-FBE2-2558-073C-D72A22B64A0C}"/>
              </a:ext>
            </a:extLst>
          </p:cNvPr>
          <p:cNvSpPr txBox="1"/>
          <p:nvPr/>
        </p:nvSpPr>
        <p:spPr>
          <a:xfrm>
            <a:off x="3684433" y="1134594"/>
            <a:ext cx="13995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altLang="zh-C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Backbones</a:t>
            </a:r>
            <a:endParaRPr lang="nl-NL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C39D2C8-17F8-C3EF-BC91-8DBFF017E6D7}"/>
              </a:ext>
            </a:extLst>
          </p:cNvPr>
          <p:cNvSpPr txBox="1"/>
          <p:nvPr/>
        </p:nvSpPr>
        <p:spPr>
          <a:xfrm>
            <a:off x="4650306" y="1020096"/>
            <a:ext cx="14846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</a:t>
            </a:r>
            <a:r>
              <a:rPr lang="nl-NL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maps</a:t>
            </a:r>
            <a:endParaRPr lang="nl-NL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5BC89E9A-8F8C-896A-EFD3-1612F7E8755F}"/>
              </a:ext>
            </a:extLst>
          </p:cNvPr>
          <p:cNvSpPr/>
          <p:nvPr/>
        </p:nvSpPr>
        <p:spPr>
          <a:xfrm>
            <a:off x="6020455" y="125924"/>
            <a:ext cx="2359559" cy="133142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+mj-lt"/>
            </a:endParaRPr>
          </a:p>
        </p:txBody>
      </p:sp>
      <p:sp>
        <p:nvSpPr>
          <p:cNvPr id="24" name="箭头: 下 23">
            <a:extLst>
              <a:ext uri="{FF2B5EF4-FFF2-40B4-BE49-F238E27FC236}">
                <a16:creationId xmlns:a16="http://schemas.microsoft.com/office/drawing/2014/main" id="{E83292CD-7103-131F-24BA-8ADD573617B9}"/>
              </a:ext>
            </a:extLst>
          </p:cNvPr>
          <p:cNvSpPr/>
          <p:nvPr/>
        </p:nvSpPr>
        <p:spPr>
          <a:xfrm rot="16200000">
            <a:off x="5943099" y="449488"/>
            <a:ext cx="194633" cy="489665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5" name="流程图: 数据 24">
            <a:extLst>
              <a:ext uri="{FF2B5EF4-FFF2-40B4-BE49-F238E27FC236}">
                <a16:creationId xmlns:a16="http://schemas.microsoft.com/office/drawing/2014/main" id="{E47C3652-398D-C9FD-A976-2E6FA9B602E5}"/>
              </a:ext>
            </a:extLst>
          </p:cNvPr>
          <p:cNvSpPr/>
          <p:nvPr/>
        </p:nvSpPr>
        <p:spPr>
          <a:xfrm rot="9997120">
            <a:off x="6269435" y="353013"/>
            <a:ext cx="693506" cy="590753"/>
          </a:xfrm>
          <a:prstGeom prst="flowChartInputOutpu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0756DA8-5A95-B045-DA1F-B964DDE8A2DB}"/>
              </a:ext>
            </a:extLst>
          </p:cNvPr>
          <p:cNvSpPr txBox="1"/>
          <p:nvPr/>
        </p:nvSpPr>
        <p:spPr>
          <a:xfrm>
            <a:off x="6616188" y="1134593"/>
            <a:ext cx="13995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RPN</a:t>
            </a:r>
          </a:p>
        </p:txBody>
      </p:sp>
      <p:sp>
        <p:nvSpPr>
          <p:cNvPr id="27" name="箭头: 下 26">
            <a:extLst>
              <a:ext uri="{FF2B5EF4-FFF2-40B4-BE49-F238E27FC236}">
                <a16:creationId xmlns:a16="http://schemas.microsoft.com/office/drawing/2014/main" id="{95BE528C-C5B3-3033-2208-73FF6CB660AE}"/>
              </a:ext>
            </a:extLst>
          </p:cNvPr>
          <p:cNvSpPr/>
          <p:nvPr/>
        </p:nvSpPr>
        <p:spPr>
          <a:xfrm rot="15213527">
            <a:off x="7036071" y="283970"/>
            <a:ext cx="122737" cy="291708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8" name="箭头: 下 27">
            <a:extLst>
              <a:ext uri="{FF2B5EF4-FFF2-40B4-BE49-F238E27FC236}">
                <a16:creationId xmlns:a16="http://schemas.microsoft.com/office/drawing/2014/main" id="{310B5D6E-6C89-3840-CB5D-399CC0041875}"/>
              </a:ext>
            </a:extLst>
          </p:cNvPr>
          <p:cNvSpPr/>
          <p:nvPr/>
        </p:nvSpPr>
        <p:spPr>
          <a:xfrm rot="17186144">
            <a:off x="7024980" y="668332"/>
            <a:ext cx="122737" cy="291708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0" name="流程图: 数据 29">
            <a:extLst>
              <a:ext uri="{FF2B5EF4-FFF2-40B4-BE49-F238E27FC236}">
                <a16:creationId xmlns:a16="http://schemas.microsoft.com/office/drawing/2014/main" id="{DD62B81E-608E-0459-DED5-1E5D491745DC}"/>
              </a:ext>
            </a:extLst>
          </p:cNvPr>
          <p:cNvSpPr/>
          <p:nvPr/>
        </p:nvSpPr>
        <p:spPr>
          <a:xfrm rot="9997120">
            <a:off x="7285256" y="189203"/>
            <a:ext cx="346840" cy="304764"/>
          </a:xfrm>
          <a:prstGeom prst="flowChartInputOutpu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31" name="流程图: 数据 30">
            <a:extLst>
              <a:ext uri="{FF2B5EF4-FFF2-40B4-BE49-F238E27FC236}">
                <a16:creationId xmlns:a16="http://schemas.microsoft.com/office/drawing/2014/main" id="{C80BC000-8F8D-63FA-7AF4-BC81092EA781}"/>
              </a:ext>
            </a:extLst>
          </p:cNvPr>
          <p:cNvSpPr/>
          <p:nvPr/>
        </p:nvSpPr>
        <p:spPr>
          <a:xfrm rot="9997120">
            <a:off x="7285257" y="734535"/>
            <a:ext cx="346840" cy="304764"/>
          </a:xfrm>
          <a:prstGeom prst="flowChartInputOutpu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1A018FF-954A-2C81-DFE8-12A502856FB9}"/>
              </a:ext>
            </a:extLst>
          </p:cNvPr>
          <p:cNvSpPr txBox="1"/>
          <p:nvPr/>
        </p:nvSpPr>
        <p:spPr>
          <a:xfrm>
            <a:off x="7379238" y="421114"/>
            <a:ext cx="14846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endParaRPr lang="nl-NL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E8BD508-DCA0-4420-747C-64E2A1C5AE38}"/>
              </a:ext>
            </a:extLst>
          </p:cNvPr>
          <p:cNvSpPr txBox="1"/>
          <p:nvPr/>
        </p:nvSpPr>
        <p:spPr>
          <a:xfrm>
            <a:off x="7326343" y="993303"/>
            <a:ext cx="14846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endParaRPr lang="nl-NL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18DDB04-C8E3-4838-3EA3-029FE158388F}"/>
              </a:ext>
            </a:extLst>
          </p:cNvPr>
          <p:cNvSpPr txBox="1"/>
          <p:nvPr/>
        </p:nvSpPr>
        <p:spPr>
          <a:xfrm>
            <a:off x="7574448" y="709407"/>
            <a:ext cx="14846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nl-NL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Proposals</a:t>
            </a:r>
            <a:r>
              <a:rPr lang="nl-NL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5" name="箭头: 下 34">
            <a:extLst>
              <a:ext uri="{FF2B5EF4-FFF2-40B4-BE49-F238E27FC236}">
                <a16:creationId xmlns:a16="http://schemas.microsoft.com/office/drawing/2014/main" id="{4F2E4DAB-5AD9-630F-9995-5E5E124BEBF2}"/>
              </a:ext>
            </a:extLst>
          </p:cNvPr>
          <p:cNvSpPr/>
          <p:nvPr/>
        </p:nvSpPr>
        <p:spPr>
          <a:xfrm>
            <a:off x="5186303" y="1457353"/>
            <a:ext cx="194633" cy="275213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36" name="箭头: 下 35">
            <a:extLst>
              <a:ext uri="{FF2B5EF4-FFF2-40B4-BE49-F238E27FC236}">
                <a16:creationId xmlns:a16="http://schemas.microsoft.com/office/drawing/2014/main" id="{C90F1447-3EF3-3301-84FB-8A4F11892ED1}"/>
              </a:ext>
            </a:extLst>
          </p:cNvPr>
          <p:cNvSpPr/>
          <p:nvPr/>
        </p:nvSpPr>
        <p:spPr>
          <a:xfrm>
            <a:off x="7484257" y="1450698"/>
            <a:ext cx="194633" cy="274563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9" name="箭头: 下 38">
            <a:extLst>
              <a:ext uri="{FF2B5EF4-FFF2-40B4-BE49-F238E27FC236}">
                <a16:creationId xmlns:a16="http://schemas.microsoft.com/office/drawing/2014/main" id="{4C72BC64-B155-7D4F-35D6-2472A1AFD96B}"/>
              </a:ext>
            </a:extLst>
          </p:cNvPr>
          <p:cNvSpPr/>
          <p:nvPr/>
        </p:nvSpPr>
        <p:spPr>
          <a:xfrm>
            <a:off x="5321770" y="1845418"/>
            <a:ext cx="194633" cy="276999"/>
          </a:xfrm>
          <a:prstGeom prst="downArrow">
            <a:avLst/>
          </a:prstGeom>
          <a:solidFill>
            <a:schemeClr val="accent5">
              <a:lumMod val="20000"/>
              <a:lumOff val="8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41" name="箭头: 下 40">
            <a:extLst>
              <a:ext uri="{FF2B5EF4-FFF2-40B4-BE49-F238E27FC236}">
                <a16:creationId xmlns:a16="http://schemas.microsoft.com/office/drawing/2014/main" id="{FA876871-151F-CB11-DAE8-3041A8CB5984}"/>
              </a:ext>
            </a:extLst>
          </p:cNvPr>
          <p:cNvSpPr/>
          <p:nvPr/>
        </p:nvSpPr>
        <p:spPr>
          <a:xfrm>
            <a:off x="6134538" y="1847672"/>
            <a:ext cx="194633" cy="276999"/>
          </a:xfrm>
          <a:prstGeom prst="downArrow">
            <a:avLst/>
          </a:prstGeom>
          <a:solidFill>
            <a:schemeClr val="accent5">
              <a:lumMod val="20000"/>
              <a:lumOff val="8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BDB1792A-4124-1FF0-C04F-C1788996DA8C}"/>
              </a:ext>
            </a:extLst>
          </p:cNvPr>
          <p:cNvSpPr/>
          <p:nvPr/>
        </p:nvSpPr>
        <p:spPr>
          <a:xfrm>
            <a:off x="3938478" y="2351523"/>
            <a:ext cx="3635970" cy="200579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+mj-lt"/>
            </a:endParaRPr>
          </a:p>
        </p:txBody>
      </p:sp>
      <p:pic>
        <p:nvPicPr>
          <p:cNvPr id="45" name="图片 44" descr="花瓶里插满了鲜花&#10;&#10;AI 生成的内容可能不正确。">
            <a:extLst>
              <a:ext uri="{FF2B5EF4-FFF2-40B4-BE49-F238E27FC236}">
                <a16:creationId xmlns:a16="http://schemas.microsoft.com/office/drawing/2014/main" id="{46DFA8B9-E64B-023E-11E7-8A439858E9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2849" y="2421796"/>
            <a:ext cx="1865243" cy="1865243"/>
          </a:xfrm>
          <a:prstGeom prst="rect">
            <a:avLst/>
          </a:prstGeom>
        </p:spPr>
      </p:pic>
      <p:sp>
        <p:nvSpPr>
          <p:cNvPr id="46" name="箭头: 下 45">
            <a:extLst>
              <a:ext uri="{FF2B5EF4-FFF2-40B4-BE49-F238E27FC236}">
                <a16:creationId xmlns:a16="http://schemas.microsoft.com/office/drawing/2014/main" id="{9D872DBA-5ADB-134C-5BE1-EB7B5269C2A9}"/>
              </a:ext>
            </a:extLst>
          </p:cNvPr>
          <p:cNvSpPr/>
          <p:nvPr/>
        </p:nvSpPr>
        <p:spPr>
          <a:xfrm>
            <a:off x="4516992" y="2283703"/>
            <a:ext cx="194633" cy="276999"/>
          </a:xfrm>
          <a:prstGeom prst="downArrow">
            <a:avLst/>
          </a:prstGeom>
          <a:solidFill>
            <a:schemeClr val="accent2">
              <a:lumMod val="20000"/>
              <a:lumOff val="8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47" name="箭头: 下 46">
            <a:extLst>
              <a:ext uri="{FF2B5EF4-FFF2-40B4-BE49-F238E27FC236}">
                <a16:creationId xmlns:a16="http://schemas.microsoft.com/office/drawing/2014/main" id="{604F0798-C174-0C84-1287-109B38A9D605}"/>
              </a:ext>
            </a:extLst>
          </p:cNvPr>
          <p:cNvSpPr/>
          <p:nvPr/>
        </p:nvSpPr>
        <p:spPr>
          <a:xfrm>
            <a:off x="7000122" y="2283703"/>
            <a:ext cx="194633" cy="276999"/>
          </a:xfrm>
          <a:prstGeom prst="downArrow">
            <a:avLst/>
          </a:prstGeom>
          <a:solidFill>
            <a:schemeClr val="accent2">
              <a:lumMod val="20000"/>
              <a:lumOff val="8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DA291587-265D-416C-D510-7B2E9CA80782}"/>
              </a:ext>
            </a:extLst>
          </p:cNvPr>
          <p:cNvSpPr txBox="1"/>
          <p:nvPr/>
        </p:nvSpPr>
        <p:spPr>
          <a:xfrm>
            <a:off x="6758888" y="3880236"/>
            <a:ext cx="13995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nl-NL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DDD825A7-8439-52EC-8826-964D04526E4F}"/>
              </a:ext>
            </a:extLst>
          </p:cNvPr>
          <p:cNvSpPr txBox="1"/>
          <p:nvPr/>
        </p:nvSpPr>
        <p:spPr>
          <a:xfrm>
            <a:off x="6832133" y="2583130"/>
            <a:ext cx="14846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Masks</a:t>
            </a:r>
            <a:endParaRPr lang="nl-NL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nl-NL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5220BACE-1A78-8F49-1E79-93AF03A888FD}"/>
              </a:ext>
            </a:extLst>
          </p:cNvPr>
          <p:cNvSpPr txBox="1"/>
          <p:nvPr/>
        </p:nvSpPr>
        <p:spPr>
          <a:xfrm>
            <a:off x="4080994" y="2589019"/>
            <a:ext cx="14846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Classes</a:t>
            </a:r>
          </a:p>
          <a:p>
            <a:r>
              <a:rPr lang="nl-NL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Bboxes</a:t>
            </a:r>
            <a:endParaRPr lang="nl-NL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nl-NL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nl-NL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箭头: 下 50">
            <a:extLst>
              <a:ext uri="{FF2B5EF4-FFF2-40B4-BE49-F238E27FC236}">
                <a16:creationId xmlns:a16="http://schemas.microsoft.com/office/drawing/2014/main" id="{62397281-08A6-258C-008B-BB93E25FDEA0}"/>
              </a:ext>
            </a:extLst>
          </p:cNvPr>
          <p:cNvSpPr/>
          <p:nvPr/>
        </p:nvSpPr>
        <p:spPr>
          <a:xfrm rot="16200000">
            <a:off x="8144643" y="1986327"/>
            <a:ext cx="212493" cy="1356852"/>
          </a:xfrm>
          <a:prstGeom prst="downArrow">
            <a:avLst/>
          </a:prstGeom>
          <a:solidFill>
            <a:schemeClr val="accent6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54" name="图片 53" descr="图片包含 室内, 桌子, 花, 花瓶&#10;&#10;AI 生成的内容可能不正确。">
            <a:extLst>
              <a:ext uri="{FF2B5EF4-FFF2-40B4-BE49-F238E27FC236}">
                <a16:creationId xmlns:a16="http://schemas.microsoft.com/office/drawing/2014/main" id="{E20384E0-885C-9EF4-0551-497C384A6B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7354" y="245671"/>
            <a:ext cx="1697282" cy="1697282"/>
          </a:xfrm>
          <a:prstGeom prst="rect">
            <a:avLst/>
          </a:prstGeom>
        </p:spPr>
      </p:pic>
      <p:sp>
        <p:nvSpPr>
          <p:cNvPr id="55" name="文本框 54">
            <a:extLst>
              <a:ext uri="{FF2B5EF4-FFF2-40B4-BE49-F238E27FC236}">
                <a16:creationId xmlns:a16="http://schemas.microsoft.com/office/drawing/2014/main" id="{03A0A613-C5C1-A2E4-8774-BFB0847E3F3C}"/>
              </a:ext>
            </a:extLst>
          </p:cNvPr>
          <p:cNvSpPr txBox="1"/>
          <p:nvPr/>
        </p:nvSpPr>
        <p:spPr>
          <a:xfrm>
            <a:off x="10389248" y="3406701"/>
            <a:ext cx="13995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Stem </a:t>
            </a:r>
          </a:p>
          <a:p>
            <a:pPr algn="ctr"/>
            <a:r>
              <a:rPr lang="nl-NL" altLang="zh-C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Pairing</a:t>
            </a:r>
            <a:r>
              <a:rPr lang="nl-NL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nl-NL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C9DF03D7-A77F-7377-4030-68B5BD7FD920}"/>
              </a:ext>
            </a:extLst>
          </p:cNvPr>
          <p:cNvSpPr/>
          <p:nvPr/>
        </p:nvSpPr>
        <p:spPr>
          <a:xfrm>
            <a:off x="10740444" y="1264244"/>
            <a:ext cx="649384" cy="37290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solidFill>
                  <a:schemeClr val="tx1"/>
                </a:solidFill>
                <a:latin typeface="+mj-lt"/>
              </a:rPr>
              <a:t>Filter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1721A098-BAA1-BA38-6010-42C70DDCAEA3}"/>
              </a:ext>
            </a:extLst>
          </p:cNvPr>
          <p:cNvSpPr/>
          <p:nvPr/>
        </p:nvSpPr>
        <p:spPr>
          <a:xfrm>
            <a:off x="10248900" y="2079423"/>
            <a:ext cx="1140928" cy="40855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solidFill>
                  <a:schemeClr val="tx1"/>
                </a:solidFill>
                <a:latin typeface="+mj-lt"/>
              </a:rPr>
              <a:t>Candidate Scores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494129BE-CA7E-1EDE-3134-9EEDAC532A77}"/>
              </a:ext>
            </a:extLst>
          </p:cNvPr>
          <p:cNvSpPr/>
          <p:nvPr/>
        </p:nvSpPr>
        <p:spPr>
          <a:xfrm>
            <a:off x="8921694" y="2070330"/>
            <a:ext cx="1140928" cy="40855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solidFill>
                  <a:schemeClr val="tx1"/>
                </a:solidFill>
                <a:latin typeface="+mj-lt"/>
              </a:rPr>
              <a:t>Matching </a:t>
            </a:r>
            <a:r>
              <a:rPr lang="nl-NL" sz="1400" dirty="0" err="1">
                <a:solidFill>
                  <a:schemeClr val="tx1"/>
                </a:solidFill>
                <a:latin typeface="+mj-lt"/>
              </a:rPr>
              <a:t>by</a:t>
            </a:r>
            <a:r>
              <a:rPr lang="nl-NL" sz="1400" dirty="0">
                <a:solidFill>
                  <a:schemeClr val="tx1"/>
                </a:solidFill>
                <a:latin typeface="+mj-lt"/>
              </a:rPr>
              <a:t> </a:t>
            </a:r>
            <a:r>
              <a:rPr lang="nl-NL" sz="1400" dirty="0" err="1">
                <a:solidFill>
                  <a:schemeClr val="tx1"/>
                </a:solidFill>
                <a:latin typeface="+mj-lt"/>
              </a:rPr>
              <a:t>iterations</a:t>
            </a:r>
            <a:endParaRPr lang="nl-NL" sz="1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9" name="箭头: 下 58">
            <a:extLst>
              <a:ext uri="{FF2B5EF4-FFF2-40B4-BE49-F238E27FC236}">
                <a16:creationId xmlns:a16="http://schemas.microsoft.com/office/drawing/2014/main" id="{86DA373B-2EA3-F904-BB3C-4E476538EF98}"/>
              </a:ext>
            </a:extLst>
          </p:cNvPr>
          <p:cNvSpPr/>
          <p:nvPr/>
        </p:nvSpPr>
        <p:spPr>
          <a:xfrm rot="16200000">
            <a:off x="10599158" y="1283000"/>
            <a:ext cx="112299" cy="348703"/>
          </a:xfrm>
          <a:prstGeom prst="downArrow">
            <a:avLst/>
          </a:prstGeom>
          <a:solidFill>
            <a:schemeClr val="accent2">
              <a:lumMod val="5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0" name="箭头: 下 59">
            <a:extLst>
              <a:ext uri="{FF2B5EF4-FFF2-40B4-BE49-F238E27FC236}">
                <a16:creationId xmlns:a16="http://schemas.microsoft.com/office/drawing/2014/main" id="{2BF243BC-0033-E949-35F6-DF813B1A59E7}"/>
              </a:ext>
            </a:extLst>
          </p:cNvPr>
          <p:cNvSpPr/>
          <p:nvPr/>
        </p:nvSpPr>
        <p:spPr>
          <a:xfrm>
            <a:off x="11008986" y="1581150"/>
            <a:ext cx="120200" cy="543153"/>
          </a:xfrm>
          <a:prstGeom prst="downArrow">
            <a:avLst/>
          </a:prstGeom>
          <a:solidFill>
            <a:schemeClr val="accent2">
              <a:lumMod val="5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1" name="箭头: 下 60">
            <a:extLst>
              <a:ext uri="{FF2B5EF4-FFF2-40B4-BE49-F238E27FC236}">
                <a16:creationId xmlns:a16="http://schemas.microsoft.com/office/drawing/2014/main" id="{CB90C8DB-E230-3C6D-CCC4-12CC325C1E20}"/>
              </a:ext>
            </a:extLst>
          </p:cNvPr>
          <p:cNvSpPr/>
          <p:nvPr/>
        </p:nvSpPr>
        <p:spPr>
          <a:xfrm rot="5400000">
            <a:off x="10065368" y="2110843"/>
            <a:ext cx="122672" cy="358691"/>
          </a:xfrm>
          <a:prstGeom prst="downArrow">
            <a:avLst/>
          </a:prstGeom>
          <a:solidFill>
            <a:schemeClr val="accent2">
              <a:lumMod val="5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64" name="图片 63" descr="蓝色花瓶里插满了鲜花&#10;&#10;AI 生成的内容可能不正确。">
            <a:extLst>
              <a:ext uri="{FF2B5EF4-FFF2-40B4-BE49-F238E27FC236}">
                <a16:creationId xmlns:a16="http://schemas.microsoft.com/office/drawing/2014/main" id="{E18BE3E7-AEF7-FE54-B344-84AF8F2184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214" y="2615359"/>
            <a:ext cx="1694713" cy="1694713"/>
          </a:xfrm>
          <a:prstGeom prst="rect">
            <a:avLst/>
          </a:prstGeom>
        </p:spPr>
      </p:pic>
      <p:sp>
        <p:nvSpPr>
          <p:cNvPr id="62" name="箭头: 下 61">
            <a:extLst>
              <a:ext uri="{FF2B5EF4-FFF2-40B4-BE49-F238E27FC236}">
                <a16:creationId xmlns:a16="http://schemas.microsoft.com/office/drawing/2014/main" id="{2820519A-70CE-F3C4-F684-F5CE71C21199}"/>
              </a:ext>
            </a:extLst>
          </p:cNvPr>
          <p:cNvSpPr/>
          <p:nvPr/>
        </p:nvSpPr>
        <p:spPr>
          <a:xfrm>
            <a:off x="9416579" y="2461365"/>
            <a:ext cx="120200" cy="309636"/>
          </a:xfrm>
          <a:prstGeom prst="downArrow">
            <a:avLst/>
          </a:prstGeom>
          <a:solidFill>
            <a:schemeClr val="accent2">
              <a:lumMod val="5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C21AE3B5-4F4F-3C12-08DE-2BF3C34CC506}"/>
              </a:ext>
            </a:extLst>
          </p:cNvPr>
          <p:cNvSpPr/>
          <p:nvPr/>
        </p:nvSpPr>
        <p:spPr>
          <a:xfrm>
            <a:off x="7678890" y="4645906"/>
            <a:ext cx="3779666" cy="210713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+mj-lt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004C858D-0316-636D-12B1-46CFB1505E23}"/>
              </a:ext>
            </a:extLst>
          </p:cNvPr>
          <p:cNvSpPr/>
          <p:nvPr/>
        </p:nvSpPr>
        <p:spPr>
          <a:xfrm>
            <a:off x="9844024" y="4878566"/>
            <a:ext cx="1409711" cy="50337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solidFill>
                  <a:schemeClr val="tx1"/>
                </a:solidFill>
                <a:latin typeface="+mj-lt"/>
              </a:rPr>
              <a:t>Extract </a:t>
            </a:r>
            <a:r>
              <a:rPr lang="nl-NL" sz="1400" dirty="0" err="1">
                <a:solidFill>
                  <a:schemeClr val="tx1"/>
                </a:solidFill>
                <a:latin typeface="+mj-lt"/>
              </a:rPr>
              <a:t>the</a:t>
            </a:r>
            <a:r>
              <a:rPr lang="nl-NL" sz="1400" dirty="0">
                <a:solidFill>
                  <a:schemeClr val="tx1"/>
                </a:solidFill>
                <a:latin typeface="+mj-lt"/>
              </a:rPr>
              <a:t> </a:t>
            </a:r>
            <a:r>
              <a:rPr lang="nl-NL" sz="1400" dirty="0" err="1">
                <a:solidFill>
                  <a:schemeClr val="tx1"/>
                </a:solidFill>
                <a:latin typeface="+mj-lt"/>
              </a:rPr>
              <a:t>skeleton</a:t>
            </a:r>
            <a:r>
              <a:rPr lang="nl-NL" sz="1400" dirty="0">
                <a:solidFill>
                  <a:schemeClr val="tx1"/>
                </a:solidFill>
                <a:latin typeface="+mj-lt"/>
              </a:rPr>
              <a:t> line</a:t>
            </a:r>
          </a:p>
        </p:txBody>
      </p:sp>
      <p:sp>
        <p:nvSpPr>
          <p:cNvPr id="67" name="箭头: 下 66">
            <a:extLst>
              <a:ext uri="{FF2B5EF4-FFF2-40B4-BE49-F238E27FC236}">
                <a16:creationId xmlns:a16="http://schemas.microsoft.com/office/drawing/2014/main" id="{411E2179-85ED-0F50-491E-6A65F6505748}"/>
              </a:ext>
            </a:extLst>
          </p:cNvPr>
          <p:cNvSpPr/>
          <p:nvPr/>
        </p:nvSpPr>
        <p:spPr>
          <a:xfrm>
            <a:off x="9658996" y="4447811"/>
            <a:ext cx="257119" cy="41181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8C9E24FC-EB22-8D7A-F052-A65D1B3BDA3C}"/>
              </a:ext>
            </a:extLst>
          </p:cNvPr>
          <p:cNvSpPr/>
          <p:nvPr/>
        </p:nvSpPr>
        <p:spPr>
          <a:xfrm>
            <a:off x="9851570" y="5528703"/>
            <a:ext cx="1409711" cy="3801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 err="1">
                <a:solidFill>
                  <a:schemeClr val="tx1"/>
                </a:solidFill>
                <a:latin typeface="+mj-lt"/>
              </a:rPr>
              <a:t>Resample</a:t>
            </a:r>
            <a:endParaRPr lang="nl-NL" sz="1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484BF202-4A17-42A5-F1E7-2C6E46046D52}"/>
              </a:ext>
            </a:extLst>
          </p:cNvPr>
          <p:cNvSpPr/>
          <p:nvPr/>
        </p:nvSpPr>
        <p:spPr>
          <a:xfrm>
            <a:off x="9851570" y="6113799"/>
            <a:ext cx="1409711" cy="3801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 err="1">
                <a:solidFill>
                  <a:schemeClr val="tx1"/>
                </a:solidFill>
                <a:latin typeface="+mj-lt"/>
              </a:rPr>
              <a:t>Compute</a:t>
            </a:r>
            <a:r>
              <a:rPr lang="nl-NL" sz="1400" dirty="0">
                <a:solidFill>
                  <a:schemeClr val="tx1"/>
                </a:solidFill>
                <a:latin typeface="+mj-lt"/>
              </a:rPr>
              <a:t> </a:t>
            </a:r>
            <a:r>
              <a:rPr lang="nl-NL" sz="1400" dirty="0" err="1">
                <a:solidFill>
                  <a:schemeClr val="tx1"/>
                </a:solidFill>
                <a:latin typeface="+mj-lt"/>
              </a:rPr>
              <a:t>loss</a:t>
            </a:r>
            <a:endParaRPr lang="nl-NL" sz="14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71" name="图片 70" descr="蓝色的花瓶&#10;&#10;AI 生成的内容可能不正确。">
            <a:extLst>
              <a:ext uri="{FF2B5EF4-FFF2-40B4-BE49-F238E27FC236}">
                <a16:creationId xmlns:a16="http://schemas.microsoft.com/office/drawing/2014/main" id="{52DDC917-9EFC-10B0-DEEB-A9DFC950E15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4536" y="4861904"/>
            <a:ext cx="1624452" cy="1624452"/>
          </a:xfrm>
          <a:prstGeom prst="rect">
            <a:avLst/>
          </a:prstGeom>
        </p:spPr>
      </p:pic>
      <p:sp>
        <p:nvSpPr>
          <p:cNvPr id="72" name="箭头: 下 71">
            <a:extLst>
              <a:ext uri="{FF2B5EF4-FFF2-40B4-BE49-F238E27FC236}">
                <a16:creationId xmlns:a16="http://schemas.microsoft.com/office/drawing/2014/main" id="{665B12CF-8E31-FA7D-1F0A-B24FEC5EB3A0}"/>
              </a:ext>
            </a:extLst>
          </p:cNvPr>
          <p:cNvSpPr/>
          <p:nvPr/>
        </p:nvSpPr>
        <p:spPr>
          <a:xfrm>
            <a:off x="10504774" y="5376574"/>
            <a:ext cx="150533" cy="238521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3" name="箭头: 下 72">
            <a:extLst>
              <a:ext uri="{FF2B5EF4-FFF2-40B4-BE49-F238E27FC236}">
                <a16:creationId xmlns:a16="http://schemas.microsoft.com/office/drawing/2014/main" id="{4DCD7693-E2EA-FAB9-C636-99B6BEAF2809}"/>
              </a:ext>
            </a:extLst>
          </p:cNvPr>
          <p:cNvSpPr/>
          <p:nvPr/>
        </p:nvSpPr>
        <p:spPr>
          <a:xfrm>
            <a:off x="10504774" y="5906194"/>
            <a:ext cx="150533" cy="308137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4" name="箭头: 下 73">
            <a:extLst>
              <a:ext uri="{FF2B5EF4-FFF2-40B4-BE49-F238E27FC236}">
                <a16:creationId xmlns:a16="http://schemas.microsoft.com/office/drawing/2014/main" id="{DDB35DE7-198C-0974-AA29-B51129D96FCB}"/>
              </a:ext>
            </a:extLst>
          </p:cNvPr>
          <p:cNvSpPr/>
          <p:nvPr/>
        </p:nvSpPr>
        <p:spPr>
          <a:xfrm rot="5400000">
            <a:off x="9505537" y="6059529"/>
            <a:ext cx="191230" cy="500836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BD658009-C95E-5EC6-D6FE-F6313E059208}"/>
              </a:ext>
            </a:extLst>
          </p:cNvPr>
          <p:cNvSpPr txBox="1"/>
          <p:nvPr/>
        </p:nvSpPr>
        <p:spPr>
          <a:xfrm>
            <a:off x="9105199" y="6457944"/>
            <a:ext cx="13995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</a:t>
            </a:r>
            <a:r>
              <a:rPr lang="nl-NL" altLang="zh-C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Selection</a:t>
            </a:r>
            <a:endParaRPr lang="nl-NL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D618A955-6A85-47F2-2513-7FEA7355EB64}"/>
              </a:ext>
            </a:extLst>
          </p:cNvPr>
          <p:cNvSpPr txBox="1"/>
          <p:nvPr/>
        </p:nvSpPr>
        <p:spPr>
          <a:xfrm>
            <a:off x="2503505" y="4068047"/>
            <a:ext cx="13995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Mask</a:t>
            </a:r>
            <a:r>
              <a:rPr lang="nl-NL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-RCNN</a:t>
            </a:r>
          </a:p>
        </p:txBody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A58BC748-5E59-1F28-24BE-7514CB54A52C}"/>
              </a:ext>
            </a:extLst>
          </p:cNvPr>
          <p:cNvSpPr/>
          <p:nvPr/>
        </p:nvSpPr>
        <p:spPr>
          <a:xfrm rot="16200000">
            <a:off x="5929727" y="5371469"/>
            <a:ext cx="2107133" cy="60563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tx1"/>
                </a:solidFill>
                <a:latin typeface="+mj-lt"/>
              </a:rPr>
              <a:t>Pick Point</a:t>
            </a:r>
          </a:p>
        </p:txBody>
      </p:sp>
      <p:sp>
        <p:nvSpPr>
          <p:cNvPr id="80" name="箭头: 下 79">
            <a:extLst>
              <a:ext uri="{FF2B5EF4-FFF2-40B4-BE49-F238E27FC236}">
                <a16:creationId xmlns:a16="http://schemas.microsoft.com/office/drawing/2014/main" id="{0BCF970B-CA51-30AF-246D-148AFCEE497B}"/>
              </a:ext>
            </a:extLst>
          </p:cNvPr>
          <p:cNvSpPr/>
          <p:nvPr/>
        </p:nvSpPr>
        <p:spPr>
          <a:xfrm rot="5400000">
            <a:off x="7323712" y="5395100"/>
            <a:ext cx="191230" cy="500836"/>
          </a:xfrm>
          <a:prstGeom prst="downArrow">
            <a:avLst/>
          </a:prstGeom>
          <a:solidFill>
            <a:schemeClr val="accent5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81" name="箭头: 下 80">
            <a:extLst>
              <a:ext uri="{FF2B5EF4-FFF2-40B4-BE49-F238E27FC236}">
                <a16:creationId xmlns:a16="http://schemas.microsoft.com/office/drawing/2014/main" id="{C3DE3E92-7E4F-3456-764F-E1662983612F}"/>
              </a:ext>
            </a:extLst>
          </p:cNvPr>
          <p:cNvSpPr/>
          <p:nvPr/>
        </p:nvSpPr>
        <p:spPr>
          <a:xfrm rot="5400000">
            <a:off x="6337071" y="5373900"/>
            <a:ext cx="191230" cy="500836"/>
          </a:xfrm>
          <a:prstGeom prst="downArrow">
            <a:avLst/>
          </a:prstGeom>
          <a:solidFill>
            <a:schemeClr val="accent2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55126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Office PowerPoint</Application>
  <PresentationFormat>宽屏</PresentationFormat>
  <Paragraphs>27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Hua Jiang</dc:creator>
  <cp:lastModifiedBy>Hua Jiang</cp:lastModifiedBy>
  <cp:revision>2</cp:revision>
  <dcterms:created xsi:type="dcterms:W3CDTF">2025-12-17T14:07:27Z</dcterms:created>
  <dcterms:modified xsi:type="dcterms:W3CDTF">2025-12-17T15:33:31Z</dcterms:modified>
</cp:coreProperties>
</file>